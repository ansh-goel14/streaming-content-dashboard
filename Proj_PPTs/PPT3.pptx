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32"/>
  </p:notesMasterIdLst>
  <p:sldIdLst>
    <p:sldId id="257" r:id="rId2"/>
    <p:sldId id="318" r:id="rId3"/>
    <p:sldId id="317" r:id="rId4"/>
    <p:sldId id="297" r:id="rId5"/>
    <p:sldId id="298" r:id="rId6"/>
    <p:sldId id="312" r:id="rId7"/>
    <p:sldId id="299" r:id="rId8"/>
    <p:sldId id="300" r:id="rId9"/>
    <p:sldId id="301" r:id="rId10"/>
    <p:sldId id="313" r:id="rId11"/>
    <p:sldId id="314" r:id="rId12"/>
    <p:sldId id="266" r:id="rId13"/>
    <p:sldId id="302" r:id="rId14"/>
    <p:sldId id="303" r:id="rId15"/>
    <p:sldId id="304" r:id="rId16"/>
    <p:sldId id="305" r:id="rId17"/>
    <p:sldId id="306" r:id="rId18"/>
    <p:sldId id="307" r:id="rId19"/>
    <p:sldId id="308" r:id="rId20"/>
    <p:sldId id="309" r:id="rId21"/>
    <p:sldId id="310" r:id="rId22"/>
    <p:sldId id="311" r:id="rId23"/>
    <p:sldId id="322" r:id="rId24"/>
    <p:sldId id="323" r:id="rId25"/>
    <p:sldId id="324" r:id="rId26"/>
    <p:sldId id="325" r:id="rId27"/>
    <p:sldId id="326" r:id="rId28"/>
    <p:sldId id="315" r:id="rId29"/>
    <p:sldId id="327" r:id="rId30"/>
    <p:sldId id="316" r:id="rId31"/>
  </p:sldIdLst>
  <p:sldSz cx="9144000" cy="5143500" type="screen16x9"/>
  <p:notesSz cx="6858000" cy="9144000"/>
  <p:embeddedFontLst>
    <p:embeddedFont>
      <p:font typeface="Antonio" panose="020B0604020202020204" charset="0"/>
      <p:regular r:id="rId33"/>
      <p:bold r:id="rId34"/>
    </p:embeddedFont>
    <p:embeddedFont>
      <p:font typeface="Bebas Neue" panose="020B0606020202050201" pitchFamily="34" charset="0"/>
      <p:regular r:id="rId35"/>
    </p:embeddedFont>
    <p:embeddedFont>
      <p:font typeface="Cambria Math" panose="02040503050406030204" pitchFamily="18" charset="0"/>
      <p:regular r:id="rId36"/>
    </p:embeddedFont>
    <p:embeddedFont>
      <p:font typeface="Space Mono" panose="020B060402020202020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ash Raj" initials="AR" lastIdx="1" clrIdx="0">
    <p:extLst>
      <p:ext uri="{19B8F6BF-5375-455C-9EA6-DF929625EA0E}">
        <p15:presenceInfo xmlns:p15="http://schemas.microsoft.com/office/powerpoint/2012/main" userId="117c27bd4b65d7e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7F1F5E-F455-49BA-BECB-98B5159BE610}">
  <a:tblStyle styleId="{B77F1F5E-F455-49BA-BECB-98B5159BE61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8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739a8fccaa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739a8fccaa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739a8fccaa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739a8fccaa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4446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739a8fccaa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739a8fccaa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2170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739a8fccaa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739a8fccaa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9924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739a8fccaa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739a8fccaa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8576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739a8fccaa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739a8fccaa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3725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739a8fccaa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739a8fccaa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41478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739a8fccaa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739a8fccaa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65441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09297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693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27927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77307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43102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4705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15739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14252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82050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95593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86671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29653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20083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13037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19024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1"/>
        <p:cNvGrpSpPr/>
        <p:nvPr/>
      </p:nvGrpSpPr>
      <p:grpSpPr>
        <a:xfrm>
          <a:off x="0" y="0"/>
          <a:ext cx="0" cy="0"/>
          <a:chOff x="0" y="0"/>
          <a:chExt cx="0" cy="0"/>
        </a:xfrm>
      </p:grpSpPr>
      <p:sp>
        <p:nvSpPr>
          <p:cNvPr id="32" name="Google Shape;32;p4"/>
          <p:cNvSpPr/>
          <p:nvPr/>
        </p:nvSpPr>
        <p:spPr>
          <a:xfrm>
            <a:off x="0" y="0"/>
            <a:ext cx="5943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txBox="1">
            <a:spLocks noGrp="1"/>
          </p:cNvSpPr>
          <p:nvPr>
            <p:ph type="title"/>
          </p:nvPr>
        </p:nvSpPr>
        <p:spPr>
          <a:xfrm>
            <a:off x="1003900" y="535000"/>
            <a:ext cx="7425000" cy="640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1pPr>
            <a:lvl2pPr lvl="1"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2pPr>
            <a:lvl3pPr lvl="2"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3pPr>
            <a:lvl4pPr lvl="3"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4pPr>
            <a:lvl5pPr lvl="4"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5pPr>
            <a:lvl6pPr lvl="5"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6pPr>
            <a:lvl7pPr lvl="6"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7pPr>
            <a:lvl8pPr lvl="7"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8pPr>
            <a:lvl9pPr lvl="8"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9pPr>
          </a:lstStyle>
          <a:p>
            <a:endParaRPr/>
          </a:p>
        </p:txBody>
      </p:sp>
      <p:sp>
        <p:nvSpPr>
          <p:cNvPr id="34" name="Google Shape;34;p4"/>
          <p:cNvSpPr txBox="1">
            <a:spLocks noGrp="1"/>
          </p:cNvSpPr>
          <p:nvPr>
            <p:ph type="body" idx="1"/>
          </p:nvPr>
        </p:nvSpPr>
        <p:spPr>
          <a:xfrm>
            <a:off x="1003900" y="1175200"/>
            <a:ext cx="7425000" cy="3433200"/>
          </a:xfrm>
          <a:prstGeom prst="rect">
            <a:avLst/>
          </a:prstGeom>
          <a:ln>
            <a:noFill/>
          </a:ln>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1pPr>
            <a:lvl2pPr marL="914400" lvl="1" indent="-304800" rtl="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2pPr>
            <a:lvl3pPr marL="1371600" lvl="2" indent="-304800" rtl="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3pPr>
            <a:lvl4pPr marL="1828800" lvl="3" indent="-304800" rtl="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4pPr>
            <a:lvl5pPr marL="2286000" lvl="4" indent="-304800" rtl="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5pPr>
            <a:lvl6pPr marL="2743200" lvl="5" indent="-304800" rtl="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6pPr>
            <a:lvl7pPr marL="3200400" lvl="6" indent="-304800" rtl="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7pPr>
            <a:lvl8pPr marL="3657600" lvl="7" indent="-304800" rtl="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8pPr>
            <a:lvl9pPr marL="4114800" lvl="8" indent="-304800" rtl="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9pPr>
          </a:lstStyle>
          <a:p>
            <a:endParaRPr/>
          </a:p>
        </p:txBody>
      </p:sp>
      <p:grpSp>
        <p:nvGrpSpPr>
          <p:cNvPr id="35" name="Google Shape;35;p4"/>
          <p:cNvGrpSpPr/>
          <p:nvPr/>
        </p:nvGrpSpPr>
        <p:grpSpPr>
          <a:xfrm>
            <a:off x="8167888" y="372808"/>
            <a:ext cx="1116400" cy="1104975"/>
            <a:chOff x="7023100" y="1097275"/>
            <a:chExt cx="1116400" cy="1104975"/>
          </a:xfrm>
        </p:grpSpPr>
        <p:cxnSp>
          <p:nvCxnSpPr>
            <p:cNvPr id="36" name="Google Shape;36;p4"/>
            <p:cNvCxnSpPr/>
            <p:nvPr/>
          </p:nvCxnSpPr>
          <p:spPr>
            <a:xfrm>
              <a:off x="7023100" y="1097275"/>
              <a:ext cx="739200" cy="365700"/>
            </a:xfrm>
            <a:prstGeom prst="bentConnector3">
              <a:avLst>
                <a:gd name="adj1" fmla="val 50000"/>
              </a:avLst>
            </a:prstGeom>
            <a:noFill/>
            <a:ln w="19050" cap="flat" cmpd="sng">
              <a:solidFill>
                <a:schemeClr val="dk1"/>
              </a:solidFill>
              <a:prstDash val="lgDash"/>
              <a:round/>
              <a:headEnd type="none" w="med" len="med"/>
              <a:tailEnd type="none" w="med" len="med"/>
            </a:ln>
          </p:spPr>
        </p:cxnSp>
        <p:cxnSp>
          <p:nvCxnSpPr>
            <p:cNvPr id="37" name="Google Shape;37;p4"/>
            <p:cNvCxnSpPr/>
            <p:nvPr/>
          </p:nvCxnSpPr>
          <p:spPr>
            <a:xfrm rot="-5400000" flipH="1">
              <a:off x="7581350" y="1644100"/>
              <a:ext cx="739200" cy="377100"/>
            </a:xfrm>
            <a:prstGeom prst="bentConnector3">
              <a:avLst>
                <a:gd name="adj1" fmla="val 50000"/>
              </a:avLst>
            </a:prstGeom>
            <a:noFill/>
            <a:ln w="19050" cap="flat" cmpd="sng">
              <a:solidFill>
                <a:schemeClr val="dk1"/>
              </a:solidFill>
              <a:prstDash val="lgDash"/>
              <a:round/>
              <a:headEnd type="none" w="med" len="med"/>
              <a:tailEnd type="none" w="med" len="med"/>
            </a:ln>
          </p:spPr>
        </p:cxnSp>
      </p:grpSp>
      <p:sp>
        <p:nvSpPr>
          <p:cNvPr id="38" name="Google Shape;38;p4"/>
          <p:cNvSpPr/>
          <p:nvPr/>
        </p:nvSpPr>
        <p:spPr>
          <a:xfrm>
            <a:off x="8576250" y="2868920"/>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39;p4"/>
          <p:cNvCxnSpPr/>
          <p:nvPr/>
        </p:nvCxnSpPr>
        <p:spPr>
          <a:xfrm>
            <a:off x="-12" y="4821875"/>
            <a:ext cx="1996500" cy="1021200"/>
          </a:xfrm>
          <a:prstGeom prst="bentConnector3">
            <a:avLst>
              <a:gd name="adj1" fmla="val 155376"/>
            </a:avLst>
          </a:prstGeom>
          <a:noFill/>
          <a:ln w="19050" cap="flat" cmpd="sng">
            <a:solidFill>
              <a:schemeClr val="dk1"/>
            </a:solidFill>
            <a:prstDash val="lgDash"/>
            <a:round/>
            <a:headEnd type="none" w="med" len="med"/>
            <a:tailEnd type="none" w="med" len="med"/>
          </a:ln>
        </p:spPr>
      </p:cxnSp>
      <p:sp>
        <p:nvSpPr>
          <p:cNvPr id="40" name="Google Shape;40;p4"/>
          <p:cNvSpPr/>
          <p:nvPr/>
        </p:nvSpPr>
        <p:spPr>
          <a:xfrm>
            <a:off x="410375" y="272200"/>
            <a:ext cx="262800" cy="262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 name="Google Shape;41;p4"/>
          <p:cNvGrpSpPr/>
          <p:nvPr/>
        </p:nvGrpSpPr>
        <p:grpSpPr>
          <a:xfrm>
            <a:off x="7841078" y="4291607"/>
            <a:ext cx="443148" cy="443148"/>
            <a:chOff x="2787725" y="238125"/>
            <a:chExt cx="513200" cy="513200"/>
          </a:xfrm>
        </p:grpSpPr>
        <p:sp>
          <p:nvSpPr>
            <p:cNvPr id="42" name="Google Shape;42;p4"/>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4"/>
          <p:cNvSpPr/>
          <p:nvPr/>
        </p:nvSpPr>
        <p:spPr>
          <a:xfrm>
            <a:off x="3932000" y="446667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7"/>
        <p:cNvGrpSpPr/>
        <p:nvPr/>
      </p:nvGrpSpPr>
      <p:grpSpPr>
        <a:xfrm>
          <a:off x="0" y="0"/>
          <a:ext cx="0" cy="0"/>
          <a:chOff x="0" y="0"/>
          <a:chExt cx="0" cy="0"/>
        </a:xfrm>
      </p:grpSpPr>
      <p:sp>
        <p:nvSpPr>
          <p:cNvPr id="48" name="Google Shape;48;p5"/>
          <p:cNvSpPr txBox="1">
            <a:spLocks noGrp="1"/>
          </p:cNvSpPr>
          <p:nvPr>
            <p:ph type="subTitle" idx="1"/>
          </p:nvPr>
        </p:nvSpPr>
        <p:spPr>
          <a:xfrm>
            <a:off x="1181425" y="2303125"/>
            <a:ext cx="2907600" cy="7134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1pPr>
            <a:lvl2pPr lvl="1" algn="ctr">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2pPr>
            <a:lvl3pPr lvl="2" algn="ctr">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3pPr>
            <a:lvl4pPr lvl="3" algn="ctr">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4pPr>
            <a:lvl5pPr lvl="4" algn="ctr">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5pPr>
            <a:lvl6pPr lvl="5" algn="ctr">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6pPr>
            <a:lvl7pPr lvl="6" algn="ctr">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7pPr>
            <a:lvl8pPr lvl="7" algn="ctr">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8pPr>
            <a:lvl9pPr lvl="8" algn="ctr">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9pPr>
          </a:lstStyle>
          <a:p>
            <a:endParaRPr/>
          </a:p>
        </p:txBody>
      </p:sp>
      <p:sp>
        <p:nvSpPr>
          <p:cNvPr id="49" name="Google Shape;49;p5"/>
          <p:cNvSpPr txBox="1">
            <a:spLocks noGrp="1"/>
          </p:cNvSpPr>
          <p:nvPr>
            <p:ph type="subTitle" idx="2"/>
          </p:nvPr>
        </p:nvSpPr>
        <p:spPr>
          <a:xfrm>
            <a:off x="4836300" y="2303125"/>
            <a:ext cx="2907600" cy="71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1pPr>
            <a:lvl2pPr lvl="1" algn="ctr" rtl="0">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2pPr>
            <a:lvl3pPr lvl="2" algn="ctr" rtl="0">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3pPr>
            <a:lvl4pPr lvl="3" algn="ctr" rtl="0">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4pPr>
            <a:lvl5pPr lvl="4" algn="ctr" rtl="0">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5pPr>
            <a:lvl6pPr lvl="5" algn="ctr" rtl="0">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6pPr>
            <a:lvl7pPr lvl="6" algn="ctr" rtl="0">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7pPr>
            <a:lvl8pPr lvl="7" algn="ctr" rtl="0">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8pPr>
            <a:lvl9pPr lvl="8" algn="ctr" rtl="0">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9pPr>
          </a:lstStyle>
          <a:p>
            <a:endParaRPr/>
          </a:p>
        </p:txBody>
      </p:sp>
      <p:sp>
        <p:nvSpPr>
          <p:cNvPr id="50" name="Google Shape;50;p5"/>
          <p:cNvSpPr txBox="1">
            <a:spLocks noGrp="1"/>
          </p:cNvSpPr>
          <p:nvPr>
            <p:ph type="subTitle" idx="3"/>
          </p:nvPr>
        </p:nvSpPr>
        <p:spPr>
          <a:xfrm>
            <a:off x="1181425" y="2917150"/>
            <a:ext cx="29076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1" name="Google Shape;51;p5"/>
          <p:cNvSpPr txBox="1">
            <a:spLocks noGrp="1"/>
          </p:cNvSpPr>
          <p:nvPr>
            <p:ph type="subTitle" idx="4"/>
          </p:nvPr>
        </p:nvSpPr>
        <p:spPr>
          <a:xfrm>
            <a:off x="4836300" y="2917150"/>
            <a:ext cx="29076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2" name="Google Shape;52;p5"/>
          <p:cNvSpPr/>
          <p:nvPr/>
        </p:nvSpPr>
        <p:spPr>
          <a:xfrm>
            <a:off x="0" y="0"/>
            <a:ext cx="5943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txBox="1">
            <a:spLocks noGrp="1"/>
          </p:cNvSpPr>
          <p:nvPr>
            <p:ph type="title"/>
          </p:nvPr>
        </p:nvSpPr>
        <p:spPr>
          <a:xfrm>
            <a:off x="1003900" y="535000"/>
            <a:ext cx="7425000" cy="640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1pPr>
            <a:lvl2pPr lvl="1"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2pPr>
            <a:lvl3pPr lvl="2"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3pPr>
            <a:lvl4pPr lvl="3"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4pPr>
            <a:lvl5pPr lvl="4"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5pPr>
            <a:lvl6pPr lvl="5"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6pPr>
            <a:lvl7pPr lvl="6"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7pPr>
            <a:lvl8pPr lvl="7"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8pPr>
            <a:lvl9pPr lvl="8"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9pPr>
          </a:lstStyle>
          <a:p>
            <a:endParaRPr/>
          </a:p>
        </p:txBody>
      </p:sp>
      <p:cxnSp>
        <p:nvCxnSpPr>
          <p:cNvPr id="54" name="Google Shape;54;p5"/>
          <p:cNvCxnSpPr/>
          <p:nvPr/>
        </p:nvCxnSpPr>
        <p:spPr>
          <a:xfrm flipH="1">
            <a:off x="8314875" y="4419600"/>
            <a:ext cx="890100" cy="723900"/>
          </a:xfrm>
          <a:prstGeom prst="bentConnector3">
            <a:avLst>
              <a:gd name="adj1" fmla="val 100163"/>
            </a:avLst>
          </a:prstGeom>
          <a:noFill/>
          <a:ln w="19050" cap="flat" cmpd="sng">
            <a:solidFill>
              <a:schemeClr val="dk1"/>
            </a:solidFill>
            <a:prstDash val="lgDash"/>
            <a:round/>
            <a:headEnd type="none" w="med" len="med"/>
            <a:tailEnd type="none" w="med" len="med"/>
          </a:ln>
        </p:spPr>
      </p:cxnSp>
      <p:sp>
        <p:nvSpPr>
          <p:cNvPr id="55" name="Google Shape;55;p5"/>
          <p:cNvSpPr/>
          <p:nvPr/>
        </p:nvSpPr>
        <p:spPr>
          <a:xfrm>
            <a:off x="7339650" y="4561995"/>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2237725" y="4223554"/>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 name="Google Shape;57;p5"/>
          <p:cNvGrpSpPr/>
          <p:nvPr/>
        </p:nvGrpSpPr>
        <p:grpSpPr>
          <a:xfrm>
            <a:off x="965953" y="4368682"/>
            <a:ext cx="443148" cy="443148"/>
            <a:chOff x="2787725" y="238125"/>
            <a:chExt cx="513200" cy="513200"/>
          </a:xfrm>
        </p:grpSpPr>
        <p:sp>
          <p:nvSpPr>
            <p:cNvPr id="58" name="Google Shape;58;p5"/>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 name="Google Shape;62;p5"/>
          <p:cNvGrpSpPr/>
          <p:nvPr/>
        </p:nvGrpSpPr>
        <p:grpSpPr>
          <a:xfrm>
            <a:off x="8296403" y="633532"/>
            <a:ext cx="443148" cy="443148"/>
            <a:chOff x="2787725" y="238125"/>
            <a:chExt cx="513200" cy="513200"/>
          </a:xfrm>
        </p:grpSpPr>
        <p:sp>
          <p:nvSpPr>
            <p:cNvPr id="63" name="Google Shape;63;p5"/>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7" name="Google Shape;67;p5"/>
          <p:cNvCxnSpPr/>
          <p:nvPr/>
        </p:nvCxnSpPr>
        <p:spPr>
          <a:xfrm>
            <a:off x="395888" y="400281"/>
            <a:ext cx="638400" cy="0"/>
          </a:xfrm>
          <a:prstGeom prst="straightConnector1">
            <a:avLst/>
          </a:prstGeom>
          <a:noFill/>
          <a:ln w="19050" cap="flat" cmpd="sng">
            <a:solidFill>
              <a:schemeClr val="dk1"/>
            </a:solidFill>
            <a:prstDash val="lgDash"/>
            <a:round/>
            <a:headEnd type="none" w="med" len="med"/>
            <a:tailEnd type="none" w="med" len="med"/>
          </a:ln>
        </p:spPr>
      </p:cxnSp>
      <p:sp>
        <p:nvSpPr>
          <p:cNvPr id="68" name="Google Shape;68;p5"/>
          <p:cNvSpPr/>
          <p:nvPr/>
        </p:nvSpPr>
        <p:spPr>
          <a:xfrm>
            <a:off x="7766013" y="-40471"/>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9"/>
        <p:cNvGrpSpPr/>
        <p:nvPr/>
      </p:nvGrpSpPr>
      <p:grpSpPr>
        <a:xfrm>
          <a:off x="0" y="0"/>
          <a:ext cx="0" cy="0"/>
          <a:chOff x="0" y="0"/>
          <a:chExt cx="0" cy="0"/>
        </a:xfrm>
      </p:grpSpPr>
      <p:sp>
        <p:nvSpPr>
          <p:cNvPr id="70" name="Google Shape;70;p6"/>
          <p:cNvSpPr txBox="1">
            <a:spLocks noGrp="1"/>
          </p:cNvSpPr>
          <p:nvPr>
            <p:ph type="title"/>
          </p:nvPr>
        </p:nvSpPr>
        <p:spPr>
          <a:xfrm>
            <a:off x="1005850" y="535000"/>
            <a:ext cx="7423200" cy="640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1pPr>
            <a:lvl2pPr lvl="1"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2pPr>
            <a:lvl3pPr lvl="2"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3pPr>
            <a:lvl4pPr lvl="3"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4pPr>
            <a:lvl5pPr lvl="4"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5pPr>
            <a:lvl6pPr lvl="5"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6pPr>
            <a:lvl7pPr lvl="6"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7pPr>
            <a:lvl8pPr lvl="7"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8pPr>
            <a:lvl9pPr lvl="8"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9pPr>
          </a:lstStyle>
          <a:p>
            <a:endParaRPr/>
          </a:p>
        </p:txBody>
      </p:sp>
      <p:sp>
        <p:nvSpPr>
          <p:cNvPr id="71" name="Google Shape;71;p6"/>
          <p:cNvSpPr/>
          <p:nvPr/>
        </p:nvSpPr>
        <p:spPr>
          <a:xfrm>
            <a:off x="0" y="0"/>
            <a:ext cx="594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6"/>
          <p:cNvSpPr/>
          <p:nvPr/>
        </p:nvSpPr>
        <p:spPr>
          <a:xfrm>
            <a:off x="7647925" y="-96900"/>
            <a:ext cx="262800" cy="2628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3" name="Google Shape;73;p6"/>
          <p:cNvCxnSpPr/>
          <p:nvPr/>
        </p:nvCxnSpPr>
        <p:spPr>
          <a:xfrm>
            <a:off x="0" y="4608500"/>
            <a:ext cx="793500" cy="537600"/>
          </a:xfrm>
          <a:prstGeom prst="bentConnector3">
            <a:avLst>
              <a:gd name="adj1" fmla="val 99871"/>
            </a:avLst>
          </a:prstGeom>
          <a:noFill/>
          <a:ln w="19050" cap="flat" cmpd="sng">
            <a:solidFill>
              <a:schemeClr val="dk1"/>
            </a:solidFill>
            <a:prstDash val="lgDash"/>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4"/>
        <p:cNvGrpSpPr/>
        <p:nvPr/>
      </p:nvGrpSpPr>
      <p:grpSpPr>
        <a:xfrm>
          <a:off x="0" y="0"/>
          <a:ext cx="0" cy="0"/>
          <a:chOff x="0" y="0"/>
          <a:chExt cx="0" cy="0"/>
        </a:xfrm>
      </p:grpSpPr>
      <p:sp>
        <p:nvSpPr>
          <p:cNvPr id="75" name="Google Shape;75;p7"/>
          <p:cNvSpPr txBox="1">
            <a:spLocks noGrp="1"/>
          </p:cNvSpPr>
          <p:nvPr>
            <p:ph type="body" idx="1"/>
          </p:nvPr>
        </p:nvSpPr>
        <p:spPr>
          <a:xfrm>
            <a:off x="720000" y="1152475"/>
            <a:ext cx="3322200" cy="3416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Char char="●"/>
              <a:defRPr sz="1400"/>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
        <p:nvSpPr>
          <p:cNvPr id="76" name="Google Shape;76;p7"/>
          <p:cNvSpPr/>
          <p:nvPr/>
        </p:nvSpPr>
        <p:spPr>
          <a:xfrm>
            <a:off x="0" y="0"/>
            <a:ext cx="5943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7"/>
          <p:cNvSpPr txBox="1">
            <a:spLocks noGrp="1"/>
          </p:cNvSpPr>
          <p:nvPr>
            <p:ph type="title"/>
          </p:nvPr>
        </p:nvSpPr>
        <p:spPr>
          <a:xfrm>
            <a:off x="1003900" y="535000"/>
            <a:ext cx="7425000" cy="640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1pPr>
            <a:lvl2pPr lvl="1"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2pPr>
            <a:lvl3pPr lvl="2"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3pPr>
            <a:lvl4pPr lvl="3"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4pPr>
            <a:lvl5pPr lvl="4"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5pPr>
            <a:lvl6pPr lvl="5"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6pPr>
            <a:lvl7pPr lvl="6"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7pPr>
            <a:lvl8pPr lvl="7"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8pPr>
            <a:lvl9pPr lvl="8"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9pPr>
          </a:lstStyle>
          <a:p>
            <a:endParaRPr/>
          </a:p>
        </p:txBody>
      </p:sp>
      <p:grpSp>
        <p:nvGrpSpPr>
          <p:cNvPr id="78" name="Google Shape;78;p7"/>
          <p:cNvGrpSpPr/>
          <p:nvPr/>
        </p:nvGrpSpPr>
        <p:grpSpPr>
          <a:xfrm>
            <a:off x="8385928" y="709332"/>
            <a:ext cx="443148" cy="443148"/>
            <a:chOff x="2787725" y="238125"/>
            <a:chExt cx="513200" cy="513200"/>
          </a:xfrm>
        </p:grpSpPr>
        <p:sp>
          <p:nvSpPr>
            <p:cNvPr id="79" name="Google Shape;79;p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 name="Google Shape;83;p7"/>
          <p:cNvSpPr/>
          <p:nvPr/>
        </p:nvSpPr>
        <p:spPr>
          <a:xfrm>
            <a:off x="910900" y="4236120"/>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7"/>
          <p:cNvSpPr/>
          <p:nvPr/>
        </p:nvSpPr>
        <p:spPr>
          <a:xfrm>
            <a:off x="7750950" y="-96900"/>
            <a:ext cx="262800" cy="2628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5" name="Google Shape;85;p7"/>
          <p:cNvCxnSpPr/>
          <p:nvPr/>
        </p:nvCxnSpPr>
        <p:spPr>
          <a:xfrm>
            <a:off x="0" y="4807125"/>
            <a:ext cx="1035600" cy="339000"/>
          </a:xfrm>
          <a:prstGeom prst="bentConnector3">
            <a:avLst>
              <a:gd name="adj1" fmla="val 101016"/>
            </a:avLst>
          </a:prstGeom>
          <a:noFill/>
          <a:ln w="19050" cap="flat" cmpd="sng">
            <a:solidFill>
              <a:schemeClr val="dk1"/>
            </a:solidFill>
            <a:prstDash val="lgDash"/>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6"/>
        <p:cNvGrpSpPr/>
        <p:nvPr/>
      </p:nvGrpSpPr>
      <p:grpSpPr>
        <a:xfrm>
          <a:off x="0" y="0"/>
          <a:ext cx="0" cy="0"/>
          <a:chOff x="0" y="0"/>
          <a:chExt cx="0" cy="0"/>
        </a:xfrm>
      </p:grpSpPr>
      <p:sp>
        <p:nvSpPr>
          <p:cNvPr id="87" name="Google Shape;87;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88" name="Google Shape;88;p8"/>
          <p:cNvSpPr/>
          <p:nvPr/>
        </p:nvSpPr>
        <p:spPr>
          <a:xfrm>
            <a:off x="0" y="0"/>
            <a:ext cx="5943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 name="Google Shape;89;p8"/>
          <p:cNvGrpSpPr/>
          <p:nvPr/>
        </p:nvGrpSpPr>
        <p:grpSpPr>
          <a:xfrm>
            <a:off x="5593639" y="785999"/>
            <a:ext cx="1616448" cy="1600201"/>
            <a:chOff x="4885052" y="50999"/>
            <a:chExt cx="1616448" cy="1600201"/>
          </a:xfrm>
        </p:grpSpPr>
        <p:cxnSp>
          <p:nvCxnSpPr>
            <p:cNvPr id="90" name="Google Shape;90;p8"/>
            <p:cNvCxnSpPr/>
            <p:nvPr/>
          </p:nvCxnSpPr>
          <p:spPr>
            <a:xfrm>
              <a:off x="4885052" y="50999"/>
              <a:ext cx="1609200" cy="796200"/>
            </a:xfrm>
            <a:prstGeom prst="bentConnector3">
              <a:avLst>
                <a:gd name="adj1" fmla="val 50000"/>
              </a:avLst>
            </a:prstGeom>
            <a:noFill/>
            <a:ln w="19050" cap="flat" cmpd="sng">
              <a:solidFill>
                <a:schemeClr val="dk1"/>
              </a:solidFill>
              <a:prstDash val="lgDash"/>
              <a:round/>
              <a:headEnd type="none" w="med" len="med"/>
              <a:tailEnd type="none" w="med" len="med"/>
            </a:ln>
          </p:spPr>
        </p:cxnSp>
        <p:cxnSp>
          <p:nvCxnSpPr>
            <p:cNvPr id="91" name="Google Shape;91;p8"/>
            <p:cNvCxnSpPr/>
            <p:nvPr/>
          </p:nvCxnSpPr>
          <p:spPr>
            <a:xfrm>
              <a:off x="6501500" y="856200"/>
              <a:ext cx="0" cy="795000"/>
            </a:xfrm>
            <a:prstGeom prst="straightConnector1">
              <a:avLst/>
            </a:prstGeom>
            <a:noFill/>
            <a:ln w="19050" cap="flat" cmpd="sng">
              <a:solidFill>
                <a:schemeClr val="dk1"/>
              </a:solidFill>
              <a:prstDash val="lgDash"/>
              <a:round/>
              <a:headEnd type="none" w="med" len="med"/>
              <a:tailEnd type="none" w="med" len="med"/>
            </a:ln>
          </p:spPr>
        </p:cxnSp>
      </p:grpSp>
      <p:grpSp>
        <p:nvGrpSpPr>
          <p:cNvPr id="92" name="Google Shape;92;p8"/>
          <p:cNvGrpSpPr/>
          <p:nvPr/>
        </p:nvGrpSpPr>
        <p:grpSpPr>
          <a:xfrm>
            <a:off x="4504099" y="467219"/>
            <a:ext cx="655246" cy="637546"/>
            <a:chOff x="1837200" y="1945425"/>
            <a:chExt cx="1622700" cy="1578475"/>
          </a:xfrm>
        </p:grpSpPr>
        <p:sp>
          <p:nvSpPr>
            <p:cNvPr id="93" name="Google Shape;93;p8"/>
            <p:cNvSpPr/>
            <p:nvPr/>
          </p:nvSpPr>
          <p:spPr>
            <a:xfrm>
              <a:off x="1837200" y="2543100"/>
              <a:ext cx="1025025" cy="980800"/>
            </a:xfrm>
            <a:custGeom>
              <a:avLst/>
              <a:gdLst/>
              <a:ahLst/>
              <a:cxnLst/>
              <a:rect l="l" t="t" r="r" b="b"/>
              <a:pathLst>
                <a:path w="41001" h="39232" extrusionOk="0">
                  <a:moveTo>
                    <a:pt x="39489" y="1512"/>
                  </a:moveTo>
                  <a:lnTo>
                    <a:pt x="39489" y="37716"/>
                  </a:lnTo>
                  <a:lnTo>
                    <a:pt x="1512" y="37716"/>
                  </a:lnTo>
                  <a:lnTo>
                    <a:pt x="1512" y="1512"/>
                  </a:lnTo>
                  <a:close/>
                  <a:moveTo>
                    <a:pt x="0" y="0"/>
                  </a:moveTo>
                  <a:lnTo>
                    <a:pt x="0" y="39231"/>
                  </a:lnTo>
                  <a:lnTo>
                    <a:pt x="41001" y="39231"/>
                  </a:lnTo>
                  <a:lnTo>
                    <a:pt x="410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8"/>
            <p:cNvSpPr/>
            <p:nvPr/>
          </p:nvSpPr>
          <p:spPr>
            <a:xfrm>
              <a:off x="2434850" y="1945425"/>
              <a:ext cx="1025050" cy="980800"/>
            </a:xfrm>
            <a:custGeom>
              <a:avLst/>
              <a:gdLst/>
              <a:ahLst/>
              <a:cxnLst/>
              <a:rect l="l" t="t" r="r" b="b"/>
              <a:pathLst>
                <a:path w="41002" h="39232" extrusionOk="0">
                  <a:moveTo>
                    <a:pt x="39489" y="1513"/>
                  </a:moveTo>
                  <a:lnTo>
                    <a:pt x="39489" y="37720"/>
                  </a:lnTo>
                  <a:lnTo>
                    <a:pt x="1512" y="37720"/>
                  </a:lnTo>
                  <a:lnTo>
                    <a:pt x="1512" y="1513"/>
                  </a:lnTo>
                  <a:close/>
                  <a:moveTo>
                    <a:pt x="0" y="1"/>
                  </a:moveTo>
                  <a:lnTo>
                    <a:pt x="0" y="39232"/>
                  </a:lnTo>
                  <a:lnTo>
                    <a:pt x="41001" y="39232"/>
                  </a:lnTo>
                  <a:lnTo>
                    <a:pt x="410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8"/>
            <p:cNvSpPr/>
            <p:nvPr/>
          </p:nvSpPr>
          <p:spPr>
            <a:xfrm>
              <a:off x="1842675" y="1951000"/>
              <a:ext cx="624425" cy="624425"/>
            </a:xfrm>
            <a:custGeom>
              <a:avLst/>
              <a:gdLst/>
              <a:ahLst/>
              <a:cxnLst/>
              <a:rect l="l" t="t" r="r" b="b"/>
              <a:pathLst>
                <a:path w="24977" h="24977" extrusionOk="0">
                  <a:moveTo>
                    <a:pt x="23907" y="0"/>
                  </a:moveTo>
                  <a:lnTo>
                    <a:pt x="1" y="23907"/>
                  </a:lnTo>
                  <a:lnTo>
                    <a:pt x="1071" y="24977"/>
                  </a:lnTo>
                  <a:lnTo>
                    <a:pt x="24977" y="1070"/>
                  </a:lnTo>
                  <a:lnTo>
                    <a:pt x="239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8"/>
            <p:cNvSpPr/>
            <p:nvPr/>
          </p:nvSpPr>
          <p:spPr>
            <a:xfrm>
              <a:off x="2829900" y="1951000"/>
              <a:ext cx="624425" cy="624425"/>
            </a:xfrm>
            <a:custGeom>
              <a:avLst/>
              <a:gdLst/>
              <a:ahLst/>
              <a:cxnLst/>
              <a:rect l="l" t="t" r="r" b="b"/>
              <a:pathLst>
                <a:path w="24977" h="24977" extrusionOk="0">
                  <a:moveTo>
                    <a:pt x="23907" y="0"/>
                  </a:moveTo>
                  <a:lnTo>
                    <a:pt x="1" y="23907"/>
                  </a:lnTo>
                  <a:lnTo>
                    <a:pt x="1071" y="24977"/>
                  </a:lnTo>
                  <a:lnTo>
                    <a:pt x="24977" y="1070"/>
                  </a:lnTo>
                  <a:lnTo>
                    <a:pt x="239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8"/>
            <p:cNvSpPr/>
            <p:nvPr/>
          </p:nvSpPr>
          <p:spPr>
            <a:xfrm>
              <a:off x="2829975" y="2893900"/>
              <a:ext cx="624350" cy="624425"/>
            </a:xfrm>
            <a:custGeom>
              <a:avLst/>
              <a:gdLst/>
              <a:ahLst/>
              <a:cxnLst/>
              <a:rect l="l" t="t" r="r" b="b"/>
              <a:pathLst>
                <a:path w="24974" h="24977" extrusionOk="0">
                  <a:moveTo>
                    <a:pt x="23904" y="0"/>
                  </a:moveTo>
                  <a:lnTo>
                    <a:pt x="0" y="23907"/>
                  </a:lnTo>
                  <a:lnTo>
                    <a:pt x="1068" y="24977"/>
                  </a:lnTo>
                  <a:lnTo>
                    <a:pt x="24974" y="1070"/>
                  </a:lnTo>
                  <a:lnTo>
                    <a:pt x="239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8"/>
            <p:cNvSpPr/>
            <p:nvPr/>
          </p:nvSpPr>
          <p:spPr>
            <a:xfrm>
              <a:off x="1842750" y="2893900"/>
              <a:ext cx="624350" cy="624425"/>
            </a:xfrm>
            <a:custGeom>
              <a:avLst/>
              <a:gdLst/>
              <a:ahLst/>
              <a:cxnLst/>
              <a:rect l="l" t="t" r="r" b="b"/>
              <a:pathLst>
                <a:path w="24974" h="24977" extrusionOk="0">
                  <a:moveTo>
                    <a:pt x="23904" y="0"/>
                  </a:moveTo>
                  <a:lnTo>
                    <a:pt x="0" y="23907"/>
                  </a:lnTo>
                  <a:lnTo>
                    <a:pt x="1068" y="24977"/>
                  </a:lnTo>
                  <a:lnTo>
                    <a:pt x="24974" y="1070"/>
                  </a:lnTo>
                  <a:lnTo>
                    <a:pt x="239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8"/>
          <p:cNvGrpSpPr/>
          <p:nvPr/>
        </p:nvGrpSpPr>
        <p:grpSpPr>
          <a:xfrm>
            <a:off x="4774603" y="3971082"/>
            <a:ext cx="443148" cy="443148"/>
            <a:chOff x="2787725" y="238125"/>
            <a:chExt cx="513200" cy="513200"/>
          </a:xfrm>
        </p:grpSpPr>
        <p:sp>
          <p:nvSpPr>
            <p:cNvPr id="100" name="Google Shape;100;p8"/>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8"/>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8"/>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8"/>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 name="Google Shape;104;p8"/>
          <p:cNvSpPr/>
          <p:nvPr/>
        </p:nvSpPr>
        <p:spPr>
          <a:xfrm>
            <a:off x="2095400" y="3718358"/>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8"/>
          <p:cNvSpPr/>
          <p:nvPr/>
        </p:nvSpPr>
        <p:spPr>
          <a:xfrm>
            <a:off x="7927400" y="86842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6" name="Google Shape;106;p8"/>
          <p:cNvCxnSpPr/>
          <p:nvPr/>
        </p:nvCxnSpPr>
        <p:spPr>
          <a:xfrm rot="10800000">
            <a:off x="594307" y="4138657"/>
            <a:ext cx="1229400" cy="608100"/>
          </a:xfrm>
          <a:prstGeom prst="bentConnector3">
            <a:avLst>
              <a:gd name="adj1" fmla="val 50000"/>
            </a:avLst>
          </a:prstGeom>
          <a:noFill/>
          <a:ln w="19050" cap="flat" cmpd="sng">
            <a:solidFill>
              <a:schemeClr val="dk1"/>
            </a:solidFill>
            <a:prstDash val="lgDash"/>
            <a:round/>
            <a:headEnd type="none" w="med" len="med"/>
            <a:tailEnd type="none" w="med" len="med"/>
          </a:ln>
        </p:spPr>
      </p:cxnSp>
      <p:sp>
        <p:nvSpPr>
          <p:cNvPr id="107" name="Google Shape;107;p8"/>
          <p:cNvSpPr/>
          <p:nvPr/>
        </p:nvSpPr>
        <p:spPr>
          <a:xfrm>
            <a:off x="8978425" y="1553550"/>
            <a:ext cx="262800" cy="2628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 name="Google Shape;108;p8"/>
          <p:cNvGrpSpPr/>
          <p:nvPr/>
        </p:nvGrpSpPr>
        <p:grpSpPr>
          <a:xfrm>
            <a:off x="493528" y="313432"/>
            <a:ext cx="443148" cy="443148"/>
            <a:chOff x="2787725" y="238125"/>
            <a:chExt cx="513200" cy="513200"/>
          </a:xfrm>
        </p:grpSpPr>
        <p:sp>
          <p:nvSpPr>
            <p:cNvPr id="109" name="Google Shape;109;p8"/>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8"/>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8"/>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8"/>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3"/>
        <p:cNvGrpSpPr/>
        <p:nvPr/>
      </p:nvGrpSpPr>
      <p:grpSpPr>
        <a:xfrm>
          <a:off x="0" y="0"/>
          <a:ext cx="0" cy="0"/>
          <a:chOff x="0" y="0"/>
          <a:chExt cx="0" cy="0"/>
        </a:xfrm>
      </p:grpSpPr>
      <p:sp>
        <p:nvSpPr>
          <p:cNvPr id="114" name="Google Shape;114;p9"/>
          <p:cNvSpPr txBox="1">
            <a:spLocks noGrp="1"/>
          </p:cNvSpPr>
          <p:nvPr>
            <p:ph type="title"/>
          </p:nvPr>
        </p:nvSpPr>
        <p:spPr>
          <a:xfrm>
            <a:off x="2368400" y="1037950"/>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15" name="Google Shape;115;p9"/>
          <p:cNvSpPr txBox="1">
            <a:spLocks noGrp="1"/>
          </p:cNvSpPr>
          <p:nvPr>
            <p:ph type="subTitle" idx="1"/>
          </p:nvPr>
        </p:nvSpPr>
        <p:spPr>
          <a:xfrm>
            <a:off x="2368350" y="1879750"/>
            <a:ext cx="4661100" cy="1681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6" name="Google Shape;116;p9"/>
          <p:cNvSpPr/>
          <p:nvPr/>
        </p:nvSpPr>
        <p:spPr>
          <a:xfrm>
            <a:off x="0" y="0"/>
            <a:ext cx="594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 name="Google Shape;117;p9"/>
          <p:cNvGrpSpPr/>
          <p:nvPr/>
        </p:nvGrpSpPr>
        <p:grpSpPr>
          <a:xfrm>
            <a:off x="8167888" y="372808"/>
            <a:ext cx="1116400" cy="1104975"/>
            <a:chOff x="7023100" y="1097275"/>
            <a:chExt cx="1116400" cy="1104975"/>
          </a:xfrm>
        </p:grpSpPr>
        <p:cxnSp>
          <p:nvCxnSpPr>
            <p:cNvPr id="118" name="Google Shape;118;p9"/>
            <p:cNvCxnSpPr/>
            <p:nvPr/>
          </p:nvCxnSpPr>
          <p:spPr>
            <a:xfrm>
              <a:off x="7023100" y="1097275"/>
              <a:ext cx="739200" cy="365700"/>
            </a:xfrm>
            <a:prstGeom prst="bentConnector3">
              <a:avLst>
                <a:gd name="adj1" fmla="val 50000"/>
              </a:avLst>
            </a:prstGeom>
            <a:noFill/>
            <a:ln w="19050" cap="flat" cmpd="sng">
              <a:solidFill>
                <a:schemeClr val="dk1"/>
              </a:solidFill>
              <a:prstDash val="lgDash"/>
              <a:round/>
              <a:headEnd type="none" w="med" len="med"/>
              <a:tailEnd type="none" w="med" len="med"/>
            </a:ln>
          </p:spPr>
        </p:cxnSp>
        <p:cxnSp>
          <p:nvCxnSpPr>
            <p:cNvPr id="119" name="Google Shape;119;p9"/>
            <p:cNvCxnSpPr/>
            <p:nvPr/>
          </p:nvCxnSpPr>
          <p:spPr>
            <a:xfrm rot="-5400000" flipH="1">
              <a:off x="7581350" y="1644100"/>
              <a:ext cx="739200" cy="377100"/>
            </a:xfrm>
            <a:prstGeom prst="bentConnector3">
              <a:avLst>
                <a:gd name="adj1" fmla="val 50000"/>
              </a:avLst>
            </a:prstGeom>
            <a:noFill/>
            <a:ln w="19050" cap="flat" cmpd="sng">
              <a:solidFill>
                <a:schemeClr val="dk1"/>
              </a:solidFill>
              <a:prstDash val="lgDash"/>
              <a:round/>
              <a:headEnd type="none" w="med" len="med"/>
              <a:tailEnd type="none" w="med" len="med"/>
            </a:ln>
          </p:spPr>
        </p:cxnSp>
      </p:grpSp>
      <p:sp>
        <p:nvSpPr>
          <p:cNvPr id="120" name="Google Shape;120;p9"/>
          <p:cNvSpPr/>
          <p:nvPr/>
        </p:nvSpPr>
        <p:spPr>
          <a:xfrm>
            <a:off x="8576250" y="2868920"/>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1" name="Google Shape;121;p9"/>
          <p:cNvCxnSpPr/>
          <p:nvPr/>
        </p:nvCxnSpPr>
        <p:spPr>
          <a:xfrm>
            <a:off x="-12" y="4821875"/>
            <a:ext cx="1996500" cy="1021200"/>
          </a:xfrm>
          <a:prstGeom prst="bentConnector3">
            <a:avLst>
              <a:gd name="adj1" fmla="val 155376"/>
            </a:avLst>
          </a:prstGeom>
          <a:noFill/>
          <a:ln w="19050" cap="flat" cmpd="sng">
            <a:solidFill>
              <a:schemeClr val="dk1"/>
            </a:solidFill>
            <a:prstDash val="lgDash"/>
            <a:round/>
            <a:headEnd type="none" w="med" len="med"/>
            <a:tailEnd type="none" w="med" len="med"/>
          </a:ln>
        </p:spPr>
      </p:cxnSp>
      <p:sp>
        <p:nvSpPr>
          <p:cNvPr id="122" name="Google Shape;122;p9"/>
          <p:cNvSpPr/>
          <p:nvPr/>
        </p:nvSpPr>
        <p:spPr>
          <a:xfrm>
            <a:off x="410375" y="272200"/>
            <a:ext cx="262800" cy="262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 name="Google Shape;123;p9"/>
          <p:cNvGrpSpPr/>
          <p:nvPr/>
        </p:nvGrpSpPr>
        <p:grpSpPr>
          <a:xfrm>
            <a:off x="7841078" y="4291607"/>
            <a:ext cx="443148" cy="443148"/>
            <a:chOff x="2787725" y="238125"/>
            <a:chExt cx="513200" cy="513200"/>
          </a:xfrm>
        </p:grpSpPr>
        <p:sp>
          <p:nvSpPr>
            <p:cNvPr id="124" name="Google Shape;124;p9"/>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9"/>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9"/>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9"/>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8" name="Google Shape;128;p9"/>
          <p:cNvSpPr/>
          <p:nvPr/>
        </p:nvSpPr>
        <p:spPr>
          <a:xfrm>
            <a:off x="3932000" y="446667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9"/>
        <p:cNvGrpSpPr/>
        <p:nvPr/>
      </p:nvGrpSpPr>
      <p:grpSpPr>
        <a:xfrm>
          <a:off x="0" y="0"/>
          <a:ext cx="0" cy="0"/>
          <a:chOff x="0" y="0"/>
          <a:chExt cx="0" cy="0"/>
        </a:xfrm>
      </p:grpSpPr>
      <p:sp>
        <p:nvSpPr>
          <p:cNvPr id="130" name="Google Shape;130;p10"/>
          <p:cNvSpPr txBox="1">
            <a:spLocks noGrp="1"/>
          </p:cNvSpPr>
          <p:nvPr>
            <p:ph type="title"/>
          </p:nvPr>
        </p:nvSpPr>
        <p:spPr>
          <a:xfrm>
            <a:off x="720000" y="2285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31" name="Google Shape;131;p10"/>
          <p:cNvSpPr/>
          <p:nvPr/>
        </p:nvSpPr>
        <p:spPr>
          <a:xfrm>
            <a:off x="0" y="0"/>
            <a:ext cx="5943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 name="Google Shape;132;p10"/>
          <p:cNvGrpSpPr/>
          <p:nvPr/>
        </p:nvGrpSpPr>
        <p:grpSpPr>
          <a:xfrm rot="5400000">
            <a:off x="7416677" y="3527718"/>
            <a:ext cx="1086253" cy="1075335"/>
            <a:chOff x="4885052" y="50999"/>
            <a:chExt cx="1616448" cy="1600201"/>
          </a:xfrm>
        </p:grpSpPr>
        <p:cxnSp>
          <p:nvCxnSpPr>
            <p:cNvPr id="133" name="Google Shape;133;p10"/>
            <p:cNvCxnSpPr/>
            <p:nvPr/>
          </p:nvCxnSpPr>
          <p:spPr>
            <a:xfrm>
              <a:off x="4885052" y="50999"/>
              <a:ext cx="1609200" cy="796200"/>
            </a:xfrm>
            <a:prstGeom prst="bentConnector3">
              <a:avLst>
                <a:gd name="adj1" fmla="val 50000"/>
              </a:avLst>
            </a:prstGeom>
            <a:noFill/>
            <a:ln w="19050" cap="flat" cmpd="sng">
              <a:solidFill>
                <a:schemeClr val="dk1"/>
              </a:solidFill>
              <a:prstDash val="lgDash"/>
              <a:round/>
              <a:headEnd type="none" w="med" len="med"/>
              <a:tailEnd type="none" w="med" len="med"/>
            </a:ln>
          </p:spPr>
        </p:cxnSp>
        <p:cxnSp>
          <p:nvCxnSpPr>
            <p:cNvPr id="134" name="Google Shape;134;p10"/>
            <p:cNvCxnSpPr/>
            <p:nvPr/>
          </p:nvCxnSpPr>
          <p:spPr>
            <a:xfrm>
              <a:off x="6501500" y="856200"/>
              <a:ext cx="0" cy="795000"/>
            </a:xfrm>
            <a:prstGeom prst="straightConnector1">
              <a:avLst/>
            </a:prstGeom>
            <a:noFill/>
            <a:ln w="19050" cap="flat" cmpd="sng">
              <a:solidFill>
                <a:schemeClr val="dk1"/>
              </a:solidFill>
              <a:prstDash val="lgDash"/>
              <a:round/>
              <a:headEnd type="none" w="med" len="med"/>
              <a:tailEnd type="none" w="med" len="med"/>
            </a:ln>
          </p:spPr>
        </p:cxnSp>
      </p:grpSp>
      <p:sp>
        <p:nvSpPr>
          <p:cNvPr id="135" name="Google Shape;135;p10"/>
          <p:cNvSpPr/>
          <p:nvPr/>
        </p:nvSpPr>
        <p:spPr>
          <a:xfrm>
            <a:off x="1448125" y="386520"/>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 name="Google Shape;136;p10"/>
          <p:cNvGrpSpPr/>
          <p:nvPr/>
        </p:nvGrpSpPr>
        <p:grpSpPr>
          <a:xfrm>
            <a:off x="533153" y="857757"/>
            <a:ext cx="443148" cy="443148"/>
            <a:chOff x="2787725" y="238125"/>
            <a:chExt cx="513200" cy="513200"/>
          </a:xfrm>
        </p:grpSpPr>
        <p:sp>
          <p:nvSpPr>
            <p:cNvPr id="137" name="Google Shape;137;p10"/>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0"/>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0"/>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41"/>
        <p:cNvGrpSpPr/>
        <p:nvPr/>
      </p:nvGrpSpPr>
      <p:grpSpPr>
        <a:xfrm>
          <a:off x="0" y="0"/>
          <a:ext cx="0" cy="0"/>
          <a:chOff x="0" y="0"/>
          <a:chExt cx="0" cy="0"/>
        </a:xfrm>
      </p:grpSpPr>
      <p:sp>
        <p:nvSpPr>
          <p:cNvPr id="142" name="Google Shape;142;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Font typeface="Antonio"/>
              <a:buNone/>
              <a:defRPr sz="9600">
                <a:highlight>
                  <a:schemeClr val="accent3"/>
                </a:highlight>
                <a:latin typeface="Antonio"/>
                <a:ea typeface="Antonio"/>
                <a:cs typeface="Antonio"/>
                <a:sym typeface="Antonio"/>
              </a:defRPr>
            </a:lvl1pPr>
            <a:lvl2pPr lvl="1" algn="ctr">
              <a:spcBef>
                <a:spcPts val="0"/>
              </a:spcBef>
              <a:spcAft>
                <a:spcPts val="0"/>
              </a:spcAft>
              <a:buSzPts val="9600"/>
              <a:buFont typeface="Antonio"/>
              <a:buNone/>
              <a:defRPr sz="9600">
                <a:highlight>
                  <a:schemeClr val="accent3"/>
                </a:highlight>
                <a:latin typeface="Antonio"/>
                <a:ea typeface="Antonio"/>
                <a:cs typeface="Antonio"/>
                <a:sym typeface="Antonio"/>
              </a:defRPr>
            </a:lvl2pPr>
            <a:lvl3pPr lvl="2" algn="ctr">
              <a:spcBef>
                <a:spcPts val="0"/>
              </a:spcBef>
              <a:spcAft>
                <a:spcPts val="0"/>
              </a:spcAft>
              <a:buSzPts val="9600"/>
              <a:buFont typeface="Antonio"/>
              <a:buNone/>
              <a:defRPr sz="9600">
                <a:highlight>
                  <a:schemeClr val="accent3"/>
                </a:highlight>
                <a:latin typeface="Antonio"/>
                <a:ea typeface="Antonio"/>
                <a:cs typeface="Antonio"/>
                <a:sym typeface="Antonio"/>
              </a:defRPr>
            </a:lvl3pPr>
            <a:lvl4pPr lvl="3" algn="ctr">
              <a:spcBef>
                <a:spcPts val="0"/>
              </a:spcBef>
              <a:spcAft>
                <a:spcPts val="0"/>
              </a:spcAft>
              <a:buSzPts val="9600"/>
              <a:buFont typeface="Antonio"/>
              <a:buNone/>
              <a:defRPr sz="9600">
                <a:highlight>
                  <a:schemeClr val="accent3"/>
                </a:highlight>
                <a:latin typeface="Antonio"/>
                <a:ea typeface="Antonio"/>
                <a:cs typeface="Antonio"/>
                <a:sym typeface="Antonio"/>
              </a:defRPr>
            </a:lvl4pPr>
            <a:lvl5pPr lvl="4" algn="ctr">
              <a:spcBef>
                <a:spcPts val="0"/>
              </a:spcBef>
              <a:spcAft>
                <a:spcPts val="0"/>
              </a:spcAft>
              <a:buSzPts val="9600"/>
              <a:buFont typeface="Antonio"/>
              <a:buNone/>
              <a:defRPr sz="9600">
                <a:highlight>
                  <a:schemeClr val="accent3"/>
                </a:highlight>
                <a:latin typeface="Antonio"/>
                <a:ea typeface="Antonio"/>
                <a:cs typeface="Antonio"/>
                <a:sym typeface="Antonio"/>
              </a:defRPr>
            </a:lvl5pPr>
            <a:lvl6pPr lvl="5" algn="ctr">
              <a:spcBef>
                <a:spcPts val="0"/>
              </a:spcBef>
              <a:spcAft>
                <a:spcPts val="0"/>
              </a:spcAft>
              <a:buSzPts val="9600"/>
              <a:buFont typeface="Antonio"/>
              <a:buNone/>
              <a:defRPr sz="9600">
                <a:highlight>
                  <a:schemeClr val="accent3"/>
                </a:highlight>
                <a:latin typeface="Antonio"/>
                <a:ea typeface="Antonio"/>
                <a:cs typeface="Antonio"/>
                <a:sym typeface="Antonio"/>
              </a:defRPr>
            </a:lvl6pPr>
            <a:lvl7pPr lvl="6" algn="ctr">
              <a:spcBef>
                <a:spcPts val="0"/>
              </a:spcBef>
              <a:spcAft>
                <a:spcPts val="0"/>
              </a:spcAft>
              <a:buSzPts val="9600"/>
              <a:buFont typeface="Antonio"/>
              <a:buNone/>
              <a:defRPr sz="9600">
                <a:highlight>
                  <a:schemeClr val="accent3"/>
                </a:highlight>
                <a:latin typeface="Antonio"/>
                <a:ea typeface="Antonio"/>
                <a:cs typeface="Antonio"/>
                <a:sym typeface="Antonio"/>
              </a:defRPr>
            </a:lvl7pPr>
            <a:lvl8pPr lvl="7" algn="ctr">
              <a:spcBef>
                <a:spcPts val="0"/>
              </a:spcBef>
              <a:spcAft>
                <a:spcPts val="0"/>
              </a:spcAft>
              <a:buSzPts val="9600"/>
              <a:buFont typeface="Antonio"/>
              <a:buNone/>
              <a:defRPr sz="9600">
                <a:highlight>
                  <a:schemeClr val="accent3"/>
                </a:highlight>
                <a:latin typeface="Antonio"/>
                <a:ea typeface="Antonio"/>
                <a:cs typeface="Antonio"/>
                <a:sym typeface="Antonio"/>
              </a:defRPr>
            </a:lvl8pPr>
            <a:lvl9pPr lvl="8" algn="ctr">
              <a:spcBef>
                <a:spcPts val="0"/>
              </a:spcBef>
              <a:spcAft>
                <a:spcPts val="0"/>
              </a:spcAft>
              <a:buSzPts val="9600"/>
              <a:buFont typeface="Antonio"/>
              <a:buNone/>
              <a:defRPr sz="9600">
                <a:highlight>
                  <a:schemeClr val="accent3"/>
                </a:highlight>
                <a:latin typeface="Antonio"/>
                <a:ea typeface="Antonio"/>
                <a:cs typeface="Antonio"/>
                <a:sym typeface="Antonio"/>
              </a:defRPr>
            </a:lvl9pPr>
          </a:lstStyle>
          <a:p>
            <a:r>
              <a:t>xx%</a:t>
            </a:r>
          </a:p>
        </p:txBody>
      </p:sp>
      <p:sp>
        <p:nvSpPr>
          <p:cNvPr id="143" name="Google Shape;143;p11"/>
          <p:cNvSpPr txBox="1">
            <a:spLocks noGrp="1"/>
          </p:cNvSpPr>
          <p:nvPr>
            <p:ph type="subTitle" idx="1"/>
          </p:nvPr>
        </p:nvSpPr>
        <p:spPr>
          <a:xfrm>
            <a:off x="1284000" y="3069625"/>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44" name="Google Shape;144;p11"/>
          <p:cNvSpPr/>
          <p:nvPr/>
        </p:nvSpPr>
        <p:spPr>
          <a:xfrm>
            <a:off x="0" y="0"/>
            <a:ext cx="5943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 name="Google Shape;145;p11"/>
          <p:cNvGrpSpPr/>
          <p:nvPr/>
        </p:nvGrpSpPr>
        <p:grpSpPr>
          <a:xfrm>
            <a:off x="493528" y="4386932"/>
            <a:ext cx="443148" cy="443148"/>
            <a:chOff x="2787725" y="238125"/>
            <a:chExt cx="513200" cy="513200"/>
          </a:xfrm>
        </p:grpSpPr>
        <p:sp>
          <p:nvSpPr>
            <p:cNvPr id="146" name="Google Shape;146;p11"/>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1"/>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1"/>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 name="Google Shape;150;p11"/>
          <p:cNvSpPr/>
          <p:nvPr/>
        </p:nvSpPr>
        <p:spPr>
          <a:xfrm>
            <a:off x="1326050" y="647004"/>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1" name="Google Shape;151;p11"/>
          <p:cNvCxnSpPr/>
          <p:nvPr/>
        </p:nvCxnSpPr>
        <p:spPr>
          <a:xfrm>
            <a:off x="6080700" y="0"/>
            <a:ext cx="3063300" cy="327600"/>
          </a:xfrm>
          <a:prstGeom prst="bentConnector3">
            <a:avLst>
              <a:gd name="adj1" fmla="val -221"/>
            </a:avLst>
          </a:prstGeom>
          <a:noFill/>
          <a:ln w="19050" cap="flat" cmpd="sng">
            <a:solidFill>
              <a:schemeClr val="dk1"/>
            </a:solidFill>
            <a:prstDash val="lgDash"/>
            <a:round/>
            <a:headEnd type="none" w="med" len="med"/>
            <a:tailEnd type="none" w="med" len="med"/>
          </a:ln>
        </p:spPr>
      </p:cxnSp>
      <p:grpSp>
        <p:nvGrpSpPr>
          <p:cNvPr id="152" name="Google Shape;152;p11"/>
          <p:cNvGrpSpPr/>
          <p:nvPr/>
        </p:nvGrpSpPr>
        <p:grpSpPr>
          <a:xfrm>
            <a:off x="7680887" y="3640944"/>
            <a:ext cx="655246" cy="637546"/>
            <a:chOff x="1837200" y="1945425"/>
            <a:chExt cx="1622700" cy="1578475"/>
          </a:xfrm>
        </p:grpSpPr>
        <p:sp>
          <p:nvSpPr>
            <p:cNvPr id="153" name="Google Shape;153;p11"/>
            <p:cNvSpPr/>
            <p:nvPr/>
          </p:nvSpPr>
          <p:spPr>
            <a:xfrm>
              <a:off x="1837200" y="2543100"/>
              <a:ext cx="1025025" cy="980800"/>
            </a:xfrm>
            <a:custGeom>
              <a:avLst/>
              <a:gdLst/>
              <a:ahLst/>
              <a:cxnLst/>
              <a:rect l="l" t="t" r="r" b="b"/>
              <a:pathLst>
                <a:path w="41001" h="39232" extrusionOk="0">
                  <a:moveTo>
                    <a:pt x="39489" y="1512"/>
                  </a:moveTo>
                  <a:lnTo>
                    <a:pt x="39489" y="37716"/>
                  </a:lnTo>
                  <a:lnTo>
                    <a:pt x="1512" y="37716"/>
                  </a:lnTo>
                  <a:lnTo>
                    <a:pt x="1512" y="1512"/>
                  </a:lnTo>
                  <a:close/>
                  <a:moveTo>
                    <a:pt x="0" y="0"/>
                  </a:moveTo>
                  <a:lnTo>
                    <a:pt x="0" y="39231"/>
                  </a:lnTo>
                  <a:lnTo>
                    <a:pt x="41001" y="39231"/>
                  </a:lnTo>
                  <a:lnTo>
                    <a:pt x="410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1"/>
            <p:cNvSpPr/>
            <p:nvPr/>
          </p:nvSpPr>
          <p:spPr>
            <a:xfrm>
              <a:off x="2434850" y="1945425"/>
              <a:ext cx="1025050" cy="980800"/>
            </a:xfrm>
            <a:custGeom>
              <a:avLst/>
              <a:gdLst/>
              <a:ahLst/>
              <a:cxnLst/>
              <a:rect l="l" t="t" r="r" b="b"/>
              <a:pathLst>
                <a:path w="41002" h="39232" extrusionOk="0">
                  <a:moveTo>
                    <a:pt x="39489" y="1513"/>
                  </a:moveTo>
                  <a:lnTo>
                    <a:pt x="39489" y="37720"/>
                  </a:lnTo>
                  <a:lnTo>
                    <a:pt x="1512" y="37720"/>
                  </a:lnTo>
                  <a:lnTo>
                    <a:pt x="1512" y="1513"/>
                  </a:lnTo>
                  <a:close/>
                  <a:moveTo>
                    <a:pt x="0" y="1"/>
                  </a:moveTo>
                  <a:lnTo>
                    <a:pt x="0" y="39232"/>
                  </a:lnTo>
                  <a:lnTo>
                    <a:pt x="41001" y="39232"/>
                  </a:lnTo>
                  <a:lnTo>
                    <a:pt x="410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1"/>
            <p:cNvSpPr/>
            <p:nvPr/>
          </p:nvSpPr>
          <p:spPr>
            <a:xfrm>
              <a:off x="1842675" y="1951000"/>
              <a:ext cx="624425" cy="624425"/>
            </a:xfrm>
            <a:custGeom>
              <a:avLst/>
              <a:gdLst/>
              <a:ahLst/>
              <a:cxnLst/>
              <a:rect l="l" t="t" r="r" b="b"/>
              <a:pathLst>
                <a:path w="24977" h="24977" extrusionOk="0">
                  <a:moveTo>
                    <a:pt x="23907" y="0"/>
                  </a:moveTo>
                  <a:lnTo>
                    <a:pt x="1" y="23907"/>
                  </a:lnTo>
                  <a:lnTo>
                    <a:pt x="1071" y="24977"/>
                  </a:lnTo>
                  <a:lnTo>
                    <a:pt x="24977" y="1070"/>
                  </a:lnTo>
                  <a:lnTo>
                    <a:pt x="239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a:off x="2829900" y="1951000"/>
              <a:ext cx="624425" cy="624425"/>
            </a:xfrm>
            <a:custGeom>
              <a:avLst/>
              <a:gdLst/>
              <a:ahLst/>
              <a:cxnLst/>
              <a:rect l="l" t="t" r="r" b="b"/>
              <a:pathLst>
                <a:path w="24977" h="24977" extrusionOk="0">
                  <a:moveTo>
                    <a:pt x="23907" y="0"/>
                  </a:moveTo>
                  <a:lnTo>
                    <a:pt x="1" y="23907"/>
                  </a:lnTo>
                  <a:lnTo>
                    <a:pt x="1071" y="24977"/>
                  </a:lnTo>
                  <a:lnTo>
                    <a:pt x="24977" y="1070"/>
                  </a:lnTo>
                  <a:lnTo>
                    <a:pt x="239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a:off x="2829975" y="2893900"/>
              <a:ext cx="624350" cy="624425"/>
            </a:xfrm>
            <a:custGeom>
              <a:avLst/>
              <a:gdLst/>
              <a:ahLst/>
              <a:cxnLst/>
              <a:rect l="l" t="t" r="r" b="b"/>
              <a:pathLst>
                <a:path w="24974" h="24977" extrusionOk="0">
                  <a:moveTo>
                    <a:pt x="23904" y="0"/>
                  </a:moveTo>
                  <a:lnTo>
                    <a:pt x="0" y="23907"/>
                  </a:lnTo>
                  <a:lnTo>
                    <a:pt x="1068" y="24977"/>
                  </a:lnTo>
                  <a:lnTo>
                    <a:pt x="24974" y="1070"/>
                  </a:lnTo>
                  <a:lnTo>
                    <a:pt x="239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a:off x="1842750" y="2893900"/>
              <a:ext cx="624350" cy="624425"/>
            </a:xfrm>
            <a:custGeom>
              <a:avLst/>
              <a:gdLst/>
              <a:ahLst/>
              <a:cxnLst/>
              <a:rect l="l" t="t" r="r" b="b"/>
              <a:pathLst>
                <a:path w="24974" h="24977" extrusionOk="0">
                  <a:moveTo>
                    <a:pt x="23904" y="0"/>
                  </a:moveTo>
                  <a:lnTo>
                    <a:pt x="0" y="23907"/>
                  </a:lnTo>
                  <a:lnTo>
                    <a:pt x="1068" y="24977"/>
                  </a:lnTo>
                  <a:lnTo>
                    <a:pt x="24974" y="1070"/>
                  </a:lnTo>
                  <a:lnTo>
                    <a:pt x="239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rot="-5400000">
            <a:off x="1523950" y="587208"/>
            <a:ext cx="1116400" cy="1104975"/>
            <a:chOff x="7023100" y="1097275"/>
            <a:chExt cx="1116400" cy="1104975"/>
          </a:xfrm>
        </p:grpSpPr>
        <p:cxnSp>
          <p:nvCxnSpPr>
            <p:cNvPr id="160" name="Google Shape;160;p11"/>
            <p:cNvCxnSpPr/>
            <p:nvPr/>
          </p:nvCxnSpPr>
          <p:spPr>
            <a:xfrm>
              <a:off x="7023100" y="1097275"/>
              <a:ext cx="739200" cy="365700"/>
            </a:xfrm>
            <a:prstGeom prst="bentConnector3">
              <a:avLst>
                <a:gd name="adj1" fmla="val 50000"/>
              </a:avLst>
            </a:prstGeom>
            <a:noFill/>
            <a:ln w="19050" cap="flat" cmpd="sng">
              <a:solidFill>
                <a:schemeClr val="dk1"/>
              </a:solidFill>
              <a:prstDash val="lgDash"/>
              <a:round/>
              <a:headEnd type="none" w="med" len="med"/>
              <a:tailEnd type="none" w="med" len="med"/>
            </a:ln>
          </p:spPr>
        </p:cxnSp>
        <p:cxnSp>
          <p:nvCxnSpPr>
            <p:cNvPr id="161" name="Google Shape;161;p11"/>
            <p:cNvCxnSpPr/>
            <p:nvPr/>
          </p:nvCxnSpPr>
          <p:spPr>
            <a:xfrm rot="-5400000" flipH="1">
              <a:off x="7581350" y="1644100"/>
              <a:ext cx="739200" cy="377100"/>
            </a:xfrm>
            <a:prstGeom prst="bentConnector3">
              <a:avLst>
                <a:gd name="adj1" fmla="val 50000"/>
              </a:avLst>
            </a:prstGeom>
            <a:noFill/>
            <a:ln w="19050" cap="flat" cmpd="sng">
              <a:solidFill>
                <a:schemeClr val="dk1"/>
              </a:solidFill>
              <a:prstDash val="lgDash"/>
              <a:round/>
              <a:headEnd type="none" w="med" len="med"/>
              <a:tailEnd type="none" w="med" len="med"/>
            </a:ln>
          </p:spPr>
        </p:cxnSp>
      </p:grpSp>
      <p:sp>
        <p:nvSpPr>
          <p:cNvPr id="162" name="Google Shape;162;p11"/>
          <p:cNvSpPr/>
          <p:nvPr/>
        </p:nvSpPr>
        <p:spPr>
          <a:xfrm>
            <a:off x="1900900" y="4152408"/>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3" name="Google Shape;163;p11"/>
          <p:cNvGrpSpPr/>
          <p:nvPr/>
        </p:nvGrpSpPr>
        <p:grpSpPr>
          <a:xfrm>
            <a:off x="7052953" y="968257"/>
            <a:ext cx="443148" cy="443148"/>
            <a:chOff x="2787725" y="238125"/>
            <a:chExt cx="513200" cy="513200"/>
          </a:xfrm>
        </p:grpSpPr>
        <p:sp>
          <p:nvSpPr>
            <p:cNvPr id="164" name="Google Shape;164;p11"/>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11"/>
          <p:cNvSpPr/>
          <p:nvPr/>
        </p:nvSpPr>
        <p:spPr>
          <a:xfrm>
            <a:off x="6538025" y="4278500"/>
            <a:ext cx="262800" cy="2628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1"/>
          <p:cNvSpPr/>
          <p:nvPr/>
        </p:nvSpPr>
        <p:spPr>
          <a:xfrm>
            <a:off x="8336125" y="1640204"/>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17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241"/>
        <p:cNvGrpSpPr/>
        <p:nvPr/>
      </p:nvGrpSpPr>
      <p:grpSpPr>
        <a:xfrm>
          <a:off x="0" y="0"/>
          <a:ext cx="0" cy="0"/>
          <a:chOff x="0" y="0"/>
          <a:chExt cx="0" cy="0"/>
        </a:xfrm>
      </p:grpSpPr>
      <p:sp>
        <p:nvSpPr>
          <p:cNvPr id="242" name="Google Shape;242;p20"/>
          <p:cNvSpPr txBox="1">
            <a:spLocks noGrp="1"/>
          </p:cNvSpPr>
          <p:nvPr>
            <p:ph type="subTitle" idx="1"/>
          </p:nvPr>
        </p:nvSpPr>
        <p:spPr>
          <a:xfrm>
            <a:off x="1005864" y="1430275"/>
            <a:ext cx="3579600" cy="497700"/>
          </a:xfrm>
          <a:prstGeom prst="rect">
            <a:avLst/>
          </a:prstGeom>
          <a:noFill/>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200">
                <a:solidFill>
                  <a:schemeClr val="dk1"/>
                </a:solidFill>
                <a:highlight>
                  <a:schemeClr val="accent3"/>
                </a:highlight>
                <a:latin typeface="Antonio"/>
                <a:ea typeface="Antonio"/>
                <a:cs typeface="Antonio"/>
                <a:sym typeface="Antoni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43" name="Google Shape;243;p20"/>
          <p:cNvSpPr txBox="1">
            <a:spLocks noGrp="1"/>
          </p:cNvSpPr>
          <p:nvPr>
            <p:ph type="subTitle" idx="2"/>
          </p:nvPr>
        </p:nvSpPr>
        <p:spPr>
          <a:xfrm>
            <a:off x="1005850" y="1927975"/>
            <a:ext cx="3579600" cy="605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4" name="Google Shape;244;p20"/>
          <p:cNvSpPr txBox="1">
            <a:spLocks noGrp="1"/>
          </p:cNvSpPr>
          <p:nvPr>
            <p:ph type="title"/>
          </p:nvPr>
        </p:nvSpPr>
        <p:spPr>
          <a:xfrm>
            <a:off x="1005850" y="535000"/>
            <a:ext cx="7423200" cy="638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Space Mono"/>
              <a:buNone/>
              <a:defRPr sz="3000">
                <a:solidFill>
                  <a:schemeClr val="dk1"/>
                </a:solidFill>
                <a:latin typeface="Space Mono"/>
                <a:ea typeface="Space Mono"/>
                <a:cs typeface="Space Mono"/>
                <a:sym typeface="Space Mono"/>
              </a:defRPr>
            </a:lvl1pPr>
            <a:lvl2pPr lvl="1" rtl="0">
              <a:spcBef>
                <a:spcPts val="0"/>
              </a:spcBef>
              <a:spcAft>
                <a:spcPts val="0"/>
              </a:spcAft>
              <a:buClr>
                <a:schemeClr val="dk1"/>
              </a:buClr>
              <a:buSzPts val="3500"/>
              <a:buFont typeface="Space Mono"/>
              <a:buNone/>
              <a:defRPr sz="3500">
                <a:solidFill>
                  <a:schemeClr val="dk1"/>
                </a:solidFill>
                <a:latin typeface="Space Mono"/>
                <a:ea typeface="Space Mono"/>
                <a:cs typeface="Space Mono"/>
                <a:sym typeface="Space Mono"/>
              </a:defRPr>
            </a:lvl2pPr>
            <a:lvl3pPr lvl="2" rtl="0">
              <a:spcBef>
                <a:spcPts val="0"/>
              </a:spcBef>
              <a:spcAft>
                <a:spcPts val="0"/>
              </a:spcAft>
              <a:buClr>
                <a:schemeClr val="dk1"/>
              </a:buClr>
              <a:buSzPts val="3500"/>
              <a:buFont typeface="Space Mono"/>
              <a:buNone/>
              <a:defRPr sz="3500">
                <a:solidFill>
                  <a:schemeClr val="dk1"/>
                </a:solidFill>
                <a:latin typeface="Space Mono"/>
                <a:ea typeface="Space Mono"/>
                <a:cs typeface="Space Mono"/>
                <a:sym typeface="Space Mono"/>
              </a:defRPr>
            </a:lvl3pPr>
            <a:lvl4pPr lvl="3" rtl="0">
              <a:spcBef>
                <a:spcPts val="0"/>
              </a:spcBef>
              <a:spcAft>
                <a:spcPts val="0"/>
              </a:spcAft>
              <a:buClr>
                <a:schemeClr val="dk1"/>
              </a:buClr>
              <a:buSzPts val="3500"/>
              <a:buFont typeface="Space Mono"/>
              <a:buNone/>
              <a:defRPr sz="3500">
                <a:solidFill>
                  <a:schemeClr val="dk1"/>
                </a:solidFill>
                <a:latin typeface="Space Mono"/>
                <a:ea typeface="Space Mono"/>
                <a:cs typeface="Space Mono"/>
                <a:sym typeface="Space Mono"/>
              </a:defRPr>
            </a:lvl4pPr>
            <a:lvl5pPr lvl="4" rtl="0">
              <a:spcBef>
                <a:spcPts val="0"/>
              </a:spcBef>
              <a:spcAft>
                <a:spcPts val="0"/>
              </a:spcAft>
              <a:buClr>
                <a:schemeClr val="dk1"/>
              </a:buClr>
              <a:buSzPts val="3500"/>
              <a:buFont typeface="Space Mono"/>
              <a:buNone/>
              <a:defRPr sz="3500">
                <a:solidFill>
                  <a:schemeClr val="dk1"/>
                </a:solidFill>
                <a:latin typeface="Space Mono"/>
                <a:ea typeface="Space Mono"/>
                <a:cs typeface="Space Mono"/>
                <a:sym typeface="Space Mono"/>
              </a:defRPr>
            </a:lvl5pPr>
            <a:lvl6pPr lvl="5" rtl="0">
              <a:spcBef>
                <a:spcPts val="0"/>
              </a:spcBef>
              <a:spcAft>
                <a:spcPts val="0"/>
              </a:spcAft>
              <a:buClr>
                <a:schemeClr val="dk1"/>
              </a:buClr>
              <a:buSzPts val="3500"/>
              <a:buFont typeface="Space Mono"/>
              <a:buNone/>
              <a:defRPr sz="3500">
                <a:solidFill>
                  <a:schemeClr val="dk1"/>
                </a:solidFill>
                <a:latin typeface="Space Mono"/>
                <a:ea typeface="Space Mono"/>
                <a:cs typeface="Space Mono"/>
                <a:sym typeface="Space Mono"/>
              </a:defRPr>
            </a:lvl6pPr>
            <a:lvl7pPr lvl="6" rtl="0">
              <a:spcBef>
                <a:spcPts val="0"/>
              </a:spcBef>
              <a:spcAft>
                <a:spcPts val="0"/>
              </a:spcAft>
              <a:buClr>
                <a:schemeClr val="dk1"/>
              </a:buClr>
              <a:buSzPts val="3500"/>
              <a:buFont typeface="Space Mono"/>
              <a:buNone/>
              <a:defRPr sz="3500">
                <a:solidFill>
                  <a:schemeClr val="dk1"/>
                </a:solidFill>
                <a:latin typeface="Space Mono"/>
                <a:ea typeface="Space Mono"/>
                <a:cs typeface="Space Mono"/>
                <a:sym typeface="Space Mono"/>
              </a:defRPr>
            </a:lvl7pPr>
            <a:lvl8pPr lvl="7" rtl="0">
              <a:spcBef>
                <a:spcPts val="0"/>
              </a:spcBef>
              <a:spcAft>
                <a:spcPts val="0"/>
              </a:spcAft>
              <a:buClr>
                <a:schemeClr val="dk1"/>
              </a:buClr>
              <a:buSzPts val="3500"/>
              <a:buFont typeface="Space Mono"/>
              <a:buNone/>
              <a:defRPr sz="3500">
                <a:solidFill>
                  <a:schemeClr val="dk1"/>
                </a:solidFill>
                <a:latin typeface="Space Mono"/>
                <a:ea typeface="Space Mono"/>
                <a:cs typeface="Space Mono"/>
                <a:sym typeface="Space Mono"/>
              </a:defRPr>
            </a:lvl8pPr>
            <a:lvl9pPr lvl="8" rtl="0">
              <a:spcBef>
                <a:spcPts val="0"/>
              </a:spcBef>
              <a:spcAft>
                <a:spcPts val="0"/>
              </a:spcAft>
              <a:buClr>
                <a:schemeClr val="dk1"/>
              </a:buClr>
              <a:buSzPts val="3500"/>
              <a:buFont typeface="Space Mono"/>
              <a:buNone/>
              <a:defRPr sz="3500">
                <a:solidFill>
                  <a:schemeClr val="dk1"/>
                </a:solidFill>
                <a:latin typeface="Space Mono"/>
                <a:ea typeface="Space Mono"/>
                <a:cs typeface="Space Mono"/>
                <a:sym typeface="Space Mono"/>
              </a:defRPr>
            </a:lvl9pPr>
          </a:lstStyle>
          <a:p>
            <a:endParaRPr/>
          </a:p>
        </p:txBody>
      </p:sp>
      <p:sp>
        <p:nvSpPr>
          <p:cNvPr id="245" name="Google Shape;245;p20"/>
          <p:cNvSpPr/>
          <p:nvPr/>
        </p:nvSpPr>
        <p:spPr>
          <a:xfrm>
            <a:off x="0" y="0"/>
            <a:ext cx="5943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0"/>
          <p:cNvSpPr txBox="1">
            <a:spLocks noGrp="1"/>
          </p:cNvSpPr>
          <p:nvPr>
            <p:ph type="subTitle" idx="3"/>
          </p:nvPr>
        </p:nvSpPr>
        <p:spPr>
          <a:xfrm>
            <a:off x="4849305" y="1430275"/>
            <a:ext cx="3579600" cy="497700"/>
          </a:xfrm>
          <a:prstGeom prst="rect">
            <a:avLst/>
          </a:prstGeom>
          <a:noFill/>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200">
                <a:solidFill>
                  <a:schemeClr val="dk1"/>
                </a:solidFill>
                <a:highlight>
                  <a:schemeClr val="accent3"/>
                </a:highlight>
                <a:latin typeface="Antonio"/>
                <a:ea typeface="Antonio"/>
                <a:cs typeface="Antonio"/>
                <a:sym typeface="Antoni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47" name="Google Shape;247;p20"/>
          <p:cNvSpPr txBox="1">
            <a:spLocks noGrp="1"/>
          </p:cNvSpPr>
          <p:nvPr>
            <p:ph type="subTitle" idx="4"/>
          </p:nvPr>
        </p:nvSpPr>
        <p:spPr>
          <a:xfrm>
            <a:off x="4849291" y="1927975"/>
            <a:ext cx="3579600" cy="605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8" name="Google Shape;248;p20"/>
          <p:cNvSpPr txBox="1">
            <a:spLocks noGrp="1"/>
          </p:cNvSpPr>
          <p:nvPr>
            <p:ph type="subTitle" idx="5"/>
          </p:nvPr>
        </p:nvSpPr>
        <p:spPr>
          <a:xfrm>
            <a:off x="1005864" y="2861700"/>
            <a:ext cx="3579600" cy="497700"/>
          </a:xfrm>
          <a:prstGeom prst="rect">
            <a:avLst/>
          </a:prstGeom>
          <a:noFill/>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200">
                <a:solidFill>
                  <a:schemeClr val="dk1"/>
                </a:solidFill>
                <a:highlight>
                  <a:schemeClr val="accent3"/>
                </a:highlight>
                <a:latin typeface="Antonio"/>
                <a:ea typeface="Antonio"/>
                <a:cs typeface="Antonio"/>
                <a:sym typeface="Antoni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49" name="Google Shape;249;p20"/>
          <p:cNvSpPr txBox="1">
            <a:spLocks noGrp="1"/>
          </p:cNvSpPr>
          <p:nvPr>
            <p:ph type="subTitle" idx="6"/>
          </p:nvPr>
        </p:nvSpPr>
        <p:spPr>
          <a:xfrm>
            <a:off x="1005850" y="3359400"/>
            <a:ext cx="3579600" cy="605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50" name="Google Shape;250;p20"/>
          <p:cNvSpPr txBox="1">
            <a:spLocks noGrp="1"/>
          </p:cNvSpPr>
          <p:nvPr>
            <p:ph type="subTitle" idx="7"/>
          </p:nvPr>
        </p:nvSpPr>
        <p:spPr>
          <a:xfrm>
            <a:off x="4849305" y="2861700"/>
            <a:ext cx="3579600" cy="497700"/>
          </a:xfrm>
          <a:prstGeom prst="rect">
            <a:avLst/>
          </a:prstGeom>
          <a:noFill/>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200">
                <a:solidFill>
                  <a:schemeClr val="dk1"/>
                </a:solidFill>
                <a:highlight>
                  <a:schemeClr val="accent3"/>
                </a:highlight>
                <a:latin typeface="Antonio"/>
                <a:ea typeface="Antonio"/>
                <a:cs typeface="Antonio"/>
                <a:sym typeface="Antoni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51" name="Google Shape;251;p20"/>
          <p:cNvSpPr txBox="1">
            <a:spLocks noGrp="1"/>
          </p:cNvSpPr>
          <p:nvPr>
            <p:ph type="subTitle" idx="8"/>
          </p:nvPr>
        </p:nvSpPr>
        <p:spPr>
          <a:xfrm>
            <a:off x="4849291" y="3359400"/>
            <a:ext cx="3579600" cy="605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252" name="Google Shape;252;p20"/>
          <p:cNvGrpSpPr/>
          <p:nvPr/>
        </p:nvGrpSpPr>
        <p:grpSpPr>
          <a:xfrm>
            <a:off x="8167888" y="372808"/>
            <a:ext cx="1116400" cy="1104975"/>
            <a:chOff x="7023100" y="1097275"/>
            <a:chExt cx="1116400" cy="1104975"/>
          </a:xfrm>
        </p:grpSpPr>
        <p:cxnSp>
          <p:nvCxnSpPr>
            <p:cNvPr id="253" name="Google Shape;253;p20"/>
            <p:cNvCxnSpPr/>
            <p:nvPr/>
          </p:nvCxnSpPr>
          <p:spPr>
            <a:xfrm>
              <a:off x="7023100" y="1097275"/>
              <a:ext cx="739200" cy="365700"/>
            </a:xfrm>
            <a:prstGeom prst="bentConnector3">
              <a:avLst>
                <a:gd name="adj1" fmla="val 50000"/>
              </a:avLst>
            </a:prstGeom>
            <a:noFill/>
            <a:ln w="19050" cap="flat" cmpd="sng">
              <a:solidFill>
                <a:schemeClr val="dk1"/>
              </a:solidFill>
              <a:prstDash val="lgDash"/>
              <a:round/>
              <a:headEnd type="none" w="med" len="med"/>
              <a:tailEnd type="none" w="med" len="med"/>
            </a:ln>
          </p:spPr>
        </p:cxnSp>
        <p:cxnSp>
          <p:nvCxnSpPr>
            <p:cNvPr id="254" name="Google Shape;254;p20"/>
            <p:cNvCxnSpPr/>
            <p:nvPr/>
          </p:nvCxnSpPr>
          <p:spPr>
            <a:xfrm rot="-5400000" flipH="1">
              <a:off x="7581350" y="1644100"/>
              <a:ext cx="739200" cy="377100"/>
            </a:xfrm>
            <a:prstGeom prst="bentConnector3">
              <a:avLst>
                <a:gd name="adj1" fmla="val 50000"/>
              </a:avLst>
            </a:prstGeom>
            <a:noFill/>
            <a:ln w="19050" cap="flat" cmpd="sng">
              <a:solidFill>
                <a:schemeClr val="dk1"/>
              </a:solidFill>
              <a:prstDash val="lgDash"/>
              <a:round/>
              <a:headEnd type="none" w="med" len="med"/>
              <a:tailEnd type="none" w="med" len="med"/>
            </a:ln>
          </p:spPr>
        </p:cxnSp>
      </p:grpSp>
      <p:sp>
        <p:nvSpPr>
          <p:cNvPr id="255" name="Google Shape;255;p20"/>
          <p:cNvSpPr/>
          <p:nvPr/>
        </p:nvSpPr>
        <p:spPr>
          <a:xfrm>
            <a:off x="8576250" y="2868920"/>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6" name="Google Shape;256;p20"/>
          <p:cNvCxnSpPr/>
          <p:nvPr/>
        </p:nvCxnSpPr>
        <p:spPr>
          <a:xfrm>
            <a:off x="-12" y="4821875"/>
            <a:ext cx="1996500" cy="1021200"/>
          </a:xfrm>
          <a:prstGeom prst="bentConnector3">
            <a:avLst>
              <a:gd name="adj1" fmla="val 155376"/>
            </a:avLst>
          </a:prstGeom>
          <a:noFill/>
          <a:ln w="19050" cap="flat" cmpd="sng">
            <a:solidFill>
              <a:schemeClr val="dk1"/>
            </a:solidFill>
            <a:prstDash val="lgDash"/>
            <a:round/>
            <a:headEnd type="none" w="med" len="med"/>
            <a:tailEnd type="none" w="med" len="med"/>
          </a:ln>
        </p:spPr>
      </p:cxnSp>
      <p:sp>
        <p:nvSpPr>
          <p:cNvPr id="257" name="Google Shape;257;p20"/>
          <p:cNvSpPr/>
          <p:nvPr/>
        </p:nvSpPr>
        <p:spPr>
          <a:xfrm>
            <a:off x="410375" y="272200"/>
            <a:ext cx="262800" cy="262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78"/>
        <p:cNvGrpSpPr/>
        <p:nvPr/>
      </p:nvGrpSpPr>
      <p:grpSpPr>
        <a:xfrm>
          <a:off x="0" y="0"/>
          <a:ext cx="0" cy="0"/>
          <a:chOff x="0" y="0"/>
          <a:chExt cx="0" cy="0"/>
        </a:xfrm>
      </p:grpSpPr>
      <p:sp>
        <p:nvSpPr>
          <p:cNvPr id="279" name="Google Shape;279;p22"/>
          <p:cNvSpPr/>
          <p:nvPr/>
        </p:nvSpPr>
        <p:spPr>
          <a:xfrm>
            <a:off x="0" y="0"/>
            <a:ext cx="594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0" name="Google Shape;280;p22"/>
          <p:cNvCxnSpPr/>
          <p:nvPr/>
        </p:nvCxnSpPr>
        <p:spPr>
          <a:xfrm rot="10800000">
            <a:off x="100" y="4517400"/>
            <a:ext cx="1505700" cy="626100"/>
          </a:xfrm>
          <a:prstGeom prst="bentConnector3">
            <a:avLst>
              <a:gd name="adj1" fmla="val 526"/>
            </a:avLst>
          </a:prstGeom>
          <a:noFill/>
          <a:ln w="19050" cap="flat" cmpd="sng">
            <a:solidFill>
              <a:schemeClr val="dk1"/>
            </a:solidFill>
            <a:prstDash val="lgDash"/>
            <a:round/>
            <a:headEnd type="none" w="med" len="med"/>
            <a:tailEnd type="none" w="med" len="med"/>
          </a:ln>
        </p:spPr>
      </p:cxnSp>
      <p:sp>
        <p:nvSpPr>
          <p:cNvPr id="281" name="Google Shape;281;p22"/>
          <p:cNvSpPr/>
          <p:nvPr/>
        </p:nvSpPr>
        <p:spPr>
          <a:xfrm>
            <a:off x="7544088" y="387504"/>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2" name="Google Shape;282;p22"/>
          <p:cNvGrpSpPr/>
          <p:nvPr/>
        </p:nvGrpSpPr>
        <p:grpSpPr>
          <a:xfrm>
            <a:off x="8256778" y="1069432"/>
            <a:ext cx="443148" cy="443148"/>
            <a:chOff x="2787725" y="238125"/>
            <a:chExt cx="513200" cy="513200"/>
          </a:xfrm>
        </p:grpSpPr>
        <p:sp>
          <p:nvSpPr>
            <p:cNvPr id="283" name="Google Shape;283;p22"/>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2"/>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2"/>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2"/>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287"/>
        <p:cNvGrpSpPr/>
        <p:nvPr/>
      </p:nvGrpSpPr>
      <p:grpSpPr>
        <a:xfrm>
          <a:off x="0" y="0"/>
          <a:ext cx="0" cy="0"/>
          <a:chOff x="0" y="0"/>
          <a:chExt cx="0" cy="0"/>
        </a:xfrm>
      </p:grpSpPr>
      <p:sp>
        <p:nvSpPr>
          <p:cNvPr id="288" name="Google Shape;288;p23"/>
          <p:cNvSpPr/>
          <p:nvPr/>
        </p:nvSpPr>
        <p:spPr>
          <a:xfrm>
            <a:off x="0" y="0"/>
            <a:ext cx="5943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9" name="Google Shape;289;p23"/>
          <p:cNvGrpSpPr/>
          <p:nvPr/>
        </p:nvGrpSpPr>
        <p:grpSpPr>
          <a:xfrm rot="5400000">
            <a:off x="7416677" y="3527718"/>
            <a:ext cx="1086253" cy="1075335"/>
            <a:chOff x="4885052" y="50999"/>
            <a:chExt cx="1616448" cy="1600201"/>
          </a:xfrm>
        </p:grpSpPr>
        <p:cxnSp>
          <p:nvCxnSpPr>
            <p:cNvPr id="290" name="Google Shape;290;p23"/>
            <p:cNvCxnSpPr/>
            <p:nvPr/>
          </p:nvCxnSpPr>
          <p:spPr>
            <a:xfrm>
              <a:off x="4885052" y="50999"/>
              <a:ext cx="1609200" cy="796200"/>
            </a:xfrm>
            <a:prstGeom prst="bentConnector3">
              <a:avLst>
                <a:gd name="adj1" fmla="val 50000"/>
              </a:avLst>
            </a:prstGeom>
            <a:noFill/>
            <a:ln w="19050" cap="flat" cmpd="sng">
              <a:solidFill>
                <a:schemeClr val="dk1"/>
              </a:solidFill>
              <a:prstDash val="lgDash"/>
              <a:round/>
              <a:headEnd type="none" w="med" len="med"/>
              <a:tailEnd type="none" w="med" len="med"/>
            </a:ln>
          </p:spPr>
        </p:cxnSp>
        <p:cxnSp>
          <p:nvCxnSpPr>
            <p:cNvPr id="291" name="Google Shape;291;p23"/>
            <p:cNvCxnSpPr/>
            <p:nvPr/>
          </p:nvCxnSpPr>
          <p:spPr>
            <a:xfrm>
              <a:off x="6501500" y="856200"/>
              <a:ext cx="0" cy="795000"/>
            </a:xfrm>
            <a:prstGeom prst="straightConnector1">
              <a:avLst/>
            </a:prstGeom>
            <a:noFill/>
            <a:ln w="19050" cap="flat" cmpd="sng">
              <a:solidFill>
                <a:schemeClr val="dk1"/>
              </a:solidFill>
              <a:prstDash val="lgDash"/>
              <a:round/>
              <a:headEnd type="none" w="med" len="med"/>
              <a:tailEnd type="none" w="med" len="med"/>
            </a:ln>
          </p:spPr>
        </p:cxnSp>
      </p:grpSp>
      <p:sp>
        <p:nvSpPr>
          <p:cNvPr id="292" name="Google Shape;292;p23"/>
          <p:cNvSpPr/>
          <p:nvPr/>
        </p:nvSpPr>
        <p:spPr>
          <a:xfrm>
            <a:off x="1448125" y="386520"/>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3" name="Google Shape;293;p23"/>
          <p:cNvGrpSpPr/>
          <p:nvPr/>
        </p:nvGrpSpPr>
        <p:grpSpPr>
          <a:xfrm>
            <a:off x="533153" y="857757"/>
            <a:ext cx="443148" cy="443148"/>
            <a:chOff x="2787725" y="238125"/>
            <a:chExt cx="513200" cy="513200"/>
          </a:xfrm>
        </p:grpSpPr>
        <p:sp>
          <p:nvSpPr>
            <p:cNvPr id="294" name="Google Shape;294;p23"/>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3"/>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3"/>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3"/>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03900" y="535000"/>
            <a:ext cx="7425000" cy="640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1pPr>
            <a:lvl2pPr lvl="1"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2pPr>
            <a:lvl3pPr lvl="2"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3pPr>
            <a:lvl4pPr lvl="3"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4pPr>
            <a:lvl5pPr lvl="4"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5pPr>
            <a:lvl6pPr lvl="5"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6pPr>
            <a:lvl7pPr lvl="6"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7pPr>
            <a:lvl8pPr lvl="7"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8pPr>
            <a:lvl9pPr lvl="8"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9pPr>
          </a:lstStyle>
          <a:p>
            <a:endParaRPr/>
          </a:p>
        </p:txBody>
      </p:sp>
      <p:sp>
        <p:nvSpPr>
          <p:cNvPr id="7" name="Google Shape;7;p1"/>
          <p:cNvSpPr txBox="1">
            <a:spLocks noGrp="1"/>
          </p:cNvSpPr>
          <p:nvPr>
            <p:ph type="body" idx="1"/>
          </p:nvPr>
        </p:nvSpPr>
        <p:spPr>
          <a:xfrm>
            <a:off x="1003900" y="1175200"/>
            <a:ext cx="7425000" cy="3433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1pPr>
            <a:lvl2pPr marL="914400" lvl="1" indent="-30480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2pPr>
            <a:lvl3pPr marL="1371600" lvl="2" indent="-30480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3pPr>
            <a:lvl4pPr marL="1828800" lvl="3" indent="-30480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4pPr>
            <a:lvl5pPr marL="2286000" lvl="4" indent="-30480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5pPr>
            <a:lvl6pPr marL="2743200" lvl="5" indent="-30480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6pPr>
            <a:lvl7pPr marL="3200400" lvl="6" indent="-30480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7pPr>
            <a:lvl8pPr marL="3657600" lvl="7" indent="-30480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8pPr>
            <a:lvl9pPr marL="4114800" lvl="8" indent="-30480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66" r:id="rId10"/>
    <p:sldLayoutId id="2147483668" r:id="rId11"/>
    <p:sldLayoutId id="214748366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slide" Target="slide17.xml"/><Relationship Id="rId5" Type="http://schemas.openxmlformats.org/officeDocument/2006/relationships/slide" Target="slide13.xml"/><Relationship Id="rId4" Type="http://schemas.openxmlformats.org/officeDocument/2006/relationships/slide" Target="slide7.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slide" Target="slide17.xml"/><Relationship Id="rId5" Type="http://schemas.openxmlformats.org/officeDocument/2006/relationships/slide" Target="slide13.xml"/><Relationship Id="rId4" Type="http://schemas.openxmlformats.org/officeDocument/2006/relationships/slide" Target="slide7.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slide" Target="slide17.xml"/><Relationship Id="rId5" Type="http://schemas.openxmlformats.org/officeDocument/2006/relationships/slide" Target="slide13.xml"/><Relationship Id="rId4" Type="http://schemas.openxmlformats.org/officeDocument/2006/relationships/slide" Target="slide7.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shivamb/netflix-shows" TargetMode="External"/><Relationship Id="rId7" Type="http://schemas.openxmlformats.org/officeDocument/2006/relationships/slide" Target="slide17.xml"/><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slide" Target="slide13.xml"/><Relationship Id="rId5" Type="http://schemas.openxmlformats.org/officeDocument/2006/relationships/slide" Target="slide7.xml"/><Relationship Id="rId4" Type="http://schemas.openxmlformats.org/officeDocument/2006/relationships/slide" Target="slide5.xml"/></Relationships>
</file>

<file path=ppt/slides/_rels/slide5.xml.rels><?xml version="1.0" encoding="UTF-8" standalone="yes"?>
<Relationships xmlns="http://schemas.openxmlformats.org/package/2006/relationships"><Relationship Id="rId3" Type="http://schemas.openxmlformats.org/officeDocument/2006/relationships/slide" Target="slide6.xml"/><Relationship Id="rId7"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slide" Target="slide17.xml"/><Relationship Id="rId5" Type="http://schemas.openxmlformats.org/officeDocument/2006/relationships/slide" Target="slide13.xml"/><Relationship Id="rId4" Type="http://schemas.openxmlformats.org/officeDocument/2006/relationships/slide" Target="slide7.xml"/></Relationships>
</file>

<file path=ppt/slides/_rels/slide6.xml.rels><?xml version="1.0" encoding="UTF-8" standalone="yes"?>
<Relationships xmlns="http://schemas.openxmlformats.org/package/2006/relationships"><Relationship Id="rId3" Type="http://schemas.openxmlformats.org/officeDocument/2006/relationships/hyperlink" Target="https://netflixprize.com/index.html" TargetMode="External"/><Relationship Id="rId2" Type="http://schemas.openxmlformats.org/officeDocument/2006/relationships/hyperlink" Target="https://datajobs.com/data-science-repo/Recommender-Systems-%5bNetflix%5d.pdf" TargetMode="External"/><Relationship Id="rId1" Type="http://schemas.openxmlformats.org/officeDocument/2006/relationships/slideLayout" Target="../slideLayouts/slideLayout10.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slide" Target="slide18.xml"/><Relationship Id="rId5" Type="http://schemas.openxmlformats.org/officeDocument/2006/relationships/slide" Target="slide14.xml"/><Relationship Id="rId4" Type="http://schemas.openxmlformats.org/officeDocument/2006/relationships/slide" Target="slide8.xml"/></Relationships>
</file>

<file path=ppt/slides/_rels/slide8.xml.rels><?xml version="1.0" encoding="UTF-8" standalone="yes"?>
<Relationships xmlns="http://schemas.openxmlformats.org/package/2006/relationships"><Relationship Id="rId3" Type="http://schemas.openxmlformats.org/officeDocument/2006/relationships/slide" Target="slide8.xml"/><Relationship Id="rId7"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slide" Target="slide19.xml"/><Relationship Id="rId5" Type="http://schemas.openxmlformats.org/officeDocument/2006/relationships/slide" Target="slide15.xml"/><Relationship Id="rId4" Type="http://schemas.openxmlformats.org/officeDocument/2006/relationships/slide" Target="slide9.xml"/></Relationships>
</file>

<file path=ppt/slides/_rels/slide9.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slide" Target="slide20.xml"/><Relationship Id="rId5" Type="http://schemas.openxmlformats.org/officeDocument/2006/relationships/slide" Target="slide16.xml"/><Relationship Id="rId4" Type="http://schemas.openxmlformats.org/officeDocument/2006/relationships/slide" Target="slide10.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slide" Target="slide17.xml"/><Relationship Id="rId5" Type="http://schemas.openxmlformats.org/officeDocument/2006/relationships/slide" Target="slide13.xml"/><Relationship Id="rId4" Type="http://schemas.openxmlformats.org/officeDocument/2006/relationships/slide" Target="slide7.xml"/></Relationships>
</file>

<file path=ppt/slides/_rels/slide13.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slide" Target="slide4.xml"/><Relationship Id="rId7"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slide" Target="slide15.xml"/><Relationship Id="rId5" Type="http://schemas.openxmlformats.org/officeDocument/2006/relationships/slide" Target="slide11.xml"/><Relationship Id="rId4" Type="http://schemas.openxmlformats.org/officeDocument/2006/relationships/slide" Target="slide8.xml"/><Relationship Id="rId9" Type="http://schemas.openxmlformats.org/officeDocument/2006/relationships/image" Target="../media/image11.jpeg"/></Relationships>
</file>

<file path=ppt/slides/_rels/slide14.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slide" Target="slide16.xml"/><Relationship Id="rId5" Type="http://schemas.openxmlformats.org/officeDocument/2006/relationships/slide" Target="slide12.xml"/><Relationship Id="rId4" Type="http://schemas.openxmlformats.org/officeDocument/2006/relationships/slide" Target="slide8.xml"/></Relationships>
</file>

<file path=ppt/slides/_rels/slide15.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slide" Target="slide17.xml"/><Relationship Id="rId5" Type="http://schemas.openxmlformats.org/officeDocument/2006/relationships/slide" Target="slide13.xml"/><Relationship Id="rId4" Type="http://schemas.openxmlformats.org/officeDocument/2006/relationships/slide" Target="slide8.xml"/></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 Target="slide4.xml"/><Relationship Id="rId7"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slide" Target="slide18.xml"/><Relationship Id="rId5" Type="http://schemas.openxmlformats.org/officeDocument/2006/relationships/slide" Target="slide14.xml"/><Relationship Id="rId4" Type="http://schemas.openxmlformats.org/officeDocument/2006/relationships/slide" Target="slide8.xml"/></Relationships>
</file>

<file path=ppt/slides/_rels/slide1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slide" Target="slide4.xml"/><Relationship Id="rId7"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slide" Target="slide19.xml"/><Relationship Id="rId5" Type="http://schemas.openxmlformats.org/officeDocument/2006/relationships/slide" Target="slide15.xml"/><Relationship Id="rId4" Type="http://schemas.openxmlformats.org/officeDocument/2006/relationships/slide" Target="slide8.xml"/></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slide" Target="slide4.xml"/><Relationship Id="rId7"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slide" Target="slide20.xml"/><Relationship Id="rId5" Type="http://schemas.openxmlformats.org/officeDocument/2006/relationships/slide" Target="slide16.xml"/><Relationship Id="rId4" Type="http://schemas.openxmlformats.org/officeDocument/2006/relationships/slide" Target="slide8.xml"/></Relationships>
</file>

<file path=ppt/slides/_rels/slide1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slide" Target="slide4.xml"/><Relationship Id="rId7"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slide" Target="slide21.xml"/><Relationship Id="rId5" Type="http://schemas.openxmlformats.org/officeDocument/2006/relationships/slide" Target="slide17.xml"/><Relationship Id="rId4" Type="http://schemas.openxmlformats.org/officeDocument/2006/relationships/slide" Target="slide8.xml"/></Relationships>
</file>

<file path=ppt/slides/_rels/slide2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slide" Target="slide4.xml"/><Relationship Id="rId7"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slide" Target="slide19.xml"/><Relationship Id="rId5" Type="http://schemas.openxmlformats.org/officeDocument/2006/relationships/slide" Target="slide18.xml"/><Relationship Id="rId4" Type="http://schemas.openxmlformats.org/officeDocument/2006/relationships/slide" Target="slide8.xml"/><Relationship Id="rId9" Type="http://schemas.openxmlformats.org/officeDocument/2006/relationships/image" Target="../media/image24.png"/></Relationships>
</file>

<file path=ppt/slides/_rels/slide2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slide" Target="slide4.xml"/><Relationship Id="rId7" Type="http://schemas.openxmlformats.org/officeDocument/2006/relationships/image" Target="../media/image25.jpe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slide" Target="slide20.xml"/><Relationship Id="rId5" Type="http://schemas.openxmlformats.org/officeDocument/2006/relationships/slide" Target="slide19.xml"/><Relationship Id="rId4" Type="http://schemas.openxmlformats.org/officeDocument/2006/relationships/slide" Target="slide8.xml"/></Relationships>
</file>

<file path=ppt/slides/_rels/slide22.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slide" Target="slide4.xml"/><Relationship Id="rId7"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slide" Target="slide21.xml"/><Relationship Id="rId5" Type="http://schemas.openxmlformats.org/officeDocument/2006/relationships/slide" Target="slide20.xml"/><Relationship Id="rId4" Type="http://schemas.openxmlformats.org/officeDocument/2006/relationships/slide" Target="slide8.xml"/></Relationships>
</file>

<file path=ppt/slides/_rels/slide23.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image" Target="../media/image29.jpe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slide" Target="slide21.xml"/><Relationship Id="rId5" Type="http://schemas.openxmlformats.org/officeDocument/2006/relationships/slide" Target="slide20.xml"/><Relationship Id="rId4" Type="http://schemas.openxmlformats.org/officeDocument/2006/relationships/slide" Target="slide8.xml"/></Relationships>
</file>

<file path=ppt/slides/_rels/slide24.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image" Target="../media/image30.jpe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slide" Target="slide21.xml"/><Relationship Id="rId5" Type="http://schemas.openxmlformats.org/officeDocument/2006/relationships/slide" Target="slide20.xml"/><Relationship Id="rId4" Type="http://schemas.openxmlformats.org/officeDocument/2006/relationships/slide" Target="slide8.xml"/></Relationships>
</file>

<file path=ppt/slides/_rels/slide25.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image" Target="../media/image31.jpe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slide" Target="slide21.xml"/><Relationship Id="rId5" Type="http://schemas.openxmlformats.org/officeDocument/2006/relationships/slide" Target="slide20.xml"/><Relationship Id="rId4" Type="http://schemas.openxmlformats.org/officeDocument/2006/relationships/slide" Target="slide8.xml"/></Relationships>
</file>

<file path=ppt/slides/_rels/slide26.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image" Target="../media/image32.jpe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slide" Target="slide21.xml"/><Relationship Id="rId5" Type="http://schemas.openxmlformats.org/officeDocument/2006/relationships/slide" Target="slide20.xml"/><Relationship Id="rId4" Type="http://schemas.openxmlformats.org/officeDocument/2006/relationships/slide" Target="slide8.xml"/></Relationships>
</file>

<file path=ppt/slides/_rels/slide27.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slide" Target="slide4.xml"/><Relationship Id="rId7" Type="http://schemas.openxmlformats.org/officeDocument/2006/relationships/image" Target="../media/image33.jpe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slide" Target="slide21.xml"/><Relationship Id="rId5" Type="http://schemas.openxmlformats.org/officeDocument/2006/relationships/slide" Target="slide20.xml"/><Relationship Id="rId10" Type="http://schemas.openxmlformats.org/officeDocument/2006/relationships/image" Target="../media/image36.jpeg"/><Relationship Id="rId4" Type="http://schemas.openxmlformats.org/officeDocument/2006/relationships/slide" Target="slide8.xml"/><Relationship Id="rId9" Type="http://schemas.openxmlformats.org/officeDocument/2006/relationships/image" Target="../media/image35.jpeg"/></Relationships>
</file>

<file path=ppt/slides/_rels/slide28.xml.rels><?xml version="1.0" encoding="UTF-8" standalone="yes"?>
<Relationships xmlns="http://schemas.openxmlformats.org/package/2006/relationships"><Relationship Id="rId3" Type="http://schemas.openxmlformats.org/officeDocument/2006/relationships/hyperlink" Target="https://cran.r-project.org/web/packages/recosystem/vignettes/introduction.html" TargetMode="External"/><Relationship Id="rId7" Type="http://schemas.openxmlformats.org/officeDocument/2006/relationships/hyperlink" Target="https://rstudio-pubs-static.s3.amazonaws.com/558509_39f03d893ae44ceb94ed858d139b8741.html#fnref8" TargetMode="External"/><Relationship Id="rId2" Type="http://schemas.openxmlformats.org/officeDocument/2006/relationships/hyperlink" Target="https://rafalab.github.io/dsbook" TargetMode="External"/><Relationship Id="rId1" Type="http://schemas.openxmlformats.org/officeDocument/2006/relationships/slideLayout" Target="../slideLayouts/slideLayout3.xml"/><Relationship Id="rId6" Type="http://schemas.openxmlformats.org/officeDocument/2006/relationships/hyperlink" Target="https://www.csie.ntu.edu.tw/~cjlin/libmf/" TargetMode="External"/><Relationship Id="rId5" Type="http://schemas.openxmlformats.org/officeDocument/2006/relationships/hyperlink" Target="https://towardsdatascience.com/how-to-select-the-right-evaluation-metric-for-machine-learning-models-part-1-regrression-metrics-3606e25beae0" TargetMode="External"/><Relationship Id="rId4" Type="http://schemas.openxmlformats.org/officeDocument/2006/relationships/hyperlink" Target="https://github.com/mhahsler/recommendationlab"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0" name="Google Shape;350;p28"/>
          <p:cNvSpPr txBox="1">
            <a:spLocks noGrp="1"/>
          </p:cNvSpPr>
          <p:nvPr>
            <p:ph type="subTitle" idx="2"/>
          </p:nvPr>
        </p:nvSpPr>
        <p:spPr>
          <a:xfrm>
            <a:off x="714949" y="1004850"/>
            <a:ext cx="7793507" cy="3500516"/>
          </a:xfrm>
          <a:prstGeom prst="rect">
            <a:avLst/>
          </a:prstGeom>
        </p:spPr>
        <p:txBody>
          <a:bodyPr spcFirstLastPara="1" wrap="square" lIns="91425" tIns="91425" rIns="91425" bIns="91425" anchor="t" anchorCtr="0">
            <a:noAutofit/>
          </a:bodyPr>
          <a:lstStyle/>
          <a:p>
            <a:r>
              <a:rPr lang="en-US" sz="1050" dirty="0">
                <a:effectLst/>
                <a:latin typeface="Times New Roman" panose="02020603050405020304" pitchFamily="18" charset="0"/>
                <a:ea typeface="Times New Roman" panose="02020603050405020304" pitchFamily="18" charset="0"/>
              </a:rPr>
              <a:t>         Our project basically is a movie recommendation system where user can get movie recommended from four online movie streaming platforms A.K.A. OTT PLATFORMS such as NETFLIX, HULU, AMAZON PRIME &amp; DISNEY HOTSTAR and the movie is recommended in genres for e.g. If a user wants to watch action genre movie, the user can choose the online platform the user can that has the greatest number of action movie which is implemented using tableau visualization will be helpful to find a particular movie according to the mood of the user. We use page rank algorithm model, cluster model , CAR (Credible association rule) , a new method to relate and track documents. The CAR does not use prior knowledge of category structure as compared to other automated procedures. linked textual corpus using the relationship of topics in terms of the distribution and the link distribution , discovered rich patterns of topic evolution within built-in features of time-stamped documents. Instead of analyzing documents on the specific interval, the method focuses and treats topics separately as they appear over time in chronological order , retrieval of temporal and event-based knowledge from a huge collection of historical documents. The method uses temporal text mining (TTM) and Topic detection and tracking (TDT) techniques. highlighted topic evolution in text data as an important task. The Text Flow has been introduced; which studies various patterns that appear from various topics. focused on detecting topics with immense information available over the internet. They introduced a new method by combining Suffix Tree Clustering (STC) and Semantic analysis that approaches the problem in two steps. The semantic analysis is used to add significance to the topics and the significance can be measured by applying filters to the words and analyzing structure of words under a cluster which share the same meaning , news collection should be structured such that topic detection and clustering become easy. The vector space model (VSM) is one of the easiest and productive methods that can be used for the representation of topics, and the Information gain algorithm is used for feature selection. The features, then ranked by assigning a score to each of them. </a:t>
            </a:r>
            <a:endParaRPr lang="en-IN" sz="1050" dirty="0">
              <a:effectLst/>
              <a:latin typeface="Times New Roman" panose="02020603050405020304" pitchFamily="18" charset="0"/>
              <a:ea typeface="Times New Roman" panose="02020603050405020304" pitchFamily="18" charset="0"/>
            </a:endParaRPr>
          </a:p>
          <a:p>
            <a:r>
              <a:rPr lang="en-US" sz="1050" dirty="0">
                <a:effectLst/>
                <a:latin typeface="Times New Roman" panose="02020603050405020304" pitchFamily="18" charset="0"/>
                <a:ea typeface="Times New Roman" panose="02020603050405020304" pitchFamily="18" charset="0"/>
              </a:rPr>
              <a:t> </a:t>
            </a:r>
            <a:endParaRPr lang="en-IN" sz="1050" dirty="0">
              <a:effectLst/>
              <a:latin typeface="Times New Roman" panose="02020603050405020304" pitchFamily="18" charset="0"/>
              <a:ea typeface="Times New Roman" panose="02020603050405020304" pitchFamily="18" charset="0"/>
            </a:endParaRPr>
          </a:p>
          <a:p>
            <a:r>
              <a:rPr lang="en-US" sz="1050" dirty="0">
                <a:effectLst/>
                <a:latin typeface="Times New Roman" panose="02020603050405020304" pitchFamily="18" charset="0"/>
                <a:ea typeface="Times New Roman" panose="02020603050405020304" pitchFamily="18" charset="0"/>
              </a:rPr>
              <a:t> </a:t>
            </a:r>
            <a:endParaRPr lang="en-IN" sz="1050" dirty="0">
              <a:effectLst/>
              <a:latin typeface="Times New Roman" panose="02020603050405020304" pitchFamily="18" charset="0"/>
              <a:ea typeface="Times New Roman" panose="02020603050405020304" pitchFamily="18" charset="0"/>
            </a:endParaRPr>
          </a:p>
          <a:p>
            <a:pPr marL="0" lvl="0" indent="0" algn="l" rtl="0">
              <a:spcBef>
                <a:spcPts val="0"/>
              </a:spcBef>
              <a:spcAft>
                <a:spcPts val="0"/>
              </a:spcAft>
              <a:buNone/>
            </a:pPr>
            <a:endParaRPr sz="800" dirty="0"/>
          </a:p>
        </p:txBody>
      </p:sp>
      <p:sp>
        <p:nvSpPr>
          <p:cNvPr id="351" name="Google Shape;351;p28"/>
          <p:cNvSpPr txBox="1">
            <a:spLocks noGrp="1"/>
          </p:cNvSpPr>
          <p:nvPr>
            <p:ph type="title"/>
          </p:nvPr>
        </p:nvSpPr>
        <p:spPr>
          <a:xfrm>
            <a:off x="1005850" y="535000"/>
            <a:ext cx="7423200" cy="63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highlight>
                  <a:srgbClr val="008080"/>
                </a:highlight>
              </a:rPr>
              <a:t>WHAT OUR PROJECT CLAIMS?</a:t>
            </a:r>
            <a:endParaRPr dirty="0">
              <a:highlight>
                <a:srgbClr val="008080"/>
              </a:highlight>
            </a:endParaRPr>
          </a:p>
        </p:txBody>
      </p:sp>
      <p:grpSp>
        <p:nvGrpSpPr>
          <p:cNvPr id="358" name="Google Shape;358;p28"/>
          <p:cNvGrpSpPr/>
          <p:nvPr/>
        </p:nvGrpSpPr>
        <p:grpSpPr>
          <a:xfrm>
            <a:off x="7841078" y="4291607"/>
            <a:ext cx="443148" cy="443148"/>
            <a:chOff x="2787725" y="238125"/>
            <a:chExt cx="513200" cy="513200"/>
          </a:xfrm>
        </p:grpSpPr>
        <p:sp>
          <p:nvSpPr>
            <p:cNvPr id="359" name="Google Shape;359;p28"/>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8"/>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8"/>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8"/>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 name="Google Shape;363;p28"/>
          <p:cNvSpPr/>
          <p:nvPr/>
        </p:nvSpPr>
        <p:spPr>
          <a:xfrm>
            <a:off x="3932000" y="446667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a:hlinkClick r:id="rId3" action="ppaction://hlinksldjump"/>
          </p:cNvPr>
          <p:cNvSpPr txBox="1"/>
          <p:nvPr/>
        </p:nvSpPr>
        <p:spPr>
          <a:xfrm>
            <a:off x="0" y="10048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01</a:t>
            </a:r>
            <a:endParaRPr sz="2000" b="1" u="sng">
              <a:solidFill>
                <a:schemeClr val="accent2"/>
              </a:solidFill>
              <a:latin typeface="Antonio"/>
              <a:ea typeface="Antonio"/>
              <a:cs typeface="Antonio"/>
              <a:sym typeface="Antonio"/>
            </a:endParaRPr>
          </a:p>
        </p:txBody>
      </p:sp>
      <p:sp>
        <p:nvSpPr>
          <p:cNvPr id="365" name="Google Shape;365;p28">
            <a:hlinkClick r:id="rId4" action="ppaction://hlinksldjump"/>
          </p:cNvPr>
          <p:cNvSpPr txBox="1"/>
          <p:nvPr/>
        </p:nvSpPr>
        <p:spPr>
          <a:xfrm>
            <a:off x="0" y="18835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02</a:t>
            </a:r>
            <a:endParaRPr sz="2000" b="1" u="sng">
              <a:solidFill>
                <a:schemeClr val="accent2"/>
              </a:solidFill>
              <a:latin typeface="Antonio"/>
              <a:ea typeface="Antonio"/>
              <a:cs typeface="Antonio"/>
              <a:sym typeface="Antonio"/>
            </a:endParaRPr>
          </a:p>
        </p:txBody>
      </p:sp>
      <p:sp>
        <p:nvSpPr>
          <p:cNvPr id="366" name="Google Shape;366;p28">
            <a:hlinkClick r:id="rId5" action="ppaction://hlinksldjump"/>
          </p:cNvPr>
          <p:cNvSpPr txBox="1"/>
          <p:nvPr/>
        </p:nvSpPr>
        <p:spPr>
          <a:xfrm>
            <a:off x="0" y="27622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03</a:t>
            </a:r>
            <a:endParaRPr sz="2000" b="1" u="sng">
              <a:solidFill>
                <a:schemeClr val="accent2"/>
              </a:solidFill>
              <a:latin typeface="Antonio"/>
              <a:ea typeface="Antonio"/>
              <a:cs typeface="Antonio"/>
              <a:sym typeface="Antonio"/>
            </a:endParaRPr>
          </a:p>
        </p:txBody>
      </p:sp>
      <p:sp>
        <p:nvSpPr>
          <p:cNvPr id="367" name="Google Shape;367;p28">
            <a:hlinkClick r:id="rId6" action="ppaction://hlinksldjump"/>
          </p:cNvPr>
          <p:cNvSpPr txBox="1"/>
          <p:nvPr/>
        </p:nvSpPr>
        <p:spPr>
          <a:xfrm>
            <a:off x="0" y="36409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04</a:t>
            </a:r>
            <a:endParaRPr sz="2000" b="1" u="sng">
              <a:solidFill>
                <a:schemeClr val="accent2"/>
              </a:solidFill>
              <a:latin typeface="Antonio"/>
              <a:ea typeface="Antonio"/>
              <a:cs typeface="Antonio"/>
              <a:sym typeface="Antoni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0" name="Google Shape;350;p28"/>
          <p:cNvSpPr txBox="1">
            <a:spLocks noGrp="1"/>
          </p:cNvSpPr>
          <p:nvPr>
            <p:ph type="subTitle" idx="2"/>
          </p:nvPr>
        </p:nvSpPr>
        <p:spPr>
          <a:xfrm>
            <a:off x="714949" y="1004850"/>
            <a:ext cx="7793507" cy="3500516"/>
          </a:xfrm>
          <a:prstGeom prst="rect">
            <a:avLst/>
          </a:prstGeom>
        </p:spPr>
        <p:txBody>
          <a:bodyPr spcFirstLastPara="1" wrap="square" lIns="91425" tIns="91425" rIns="91425" bIns="91425" anchor="t" anchorCtr="0">
            <a:noAutofit/>
          </a:bodyPr>
          <a:lstStyle/>
          <a:p>
            <a:pPr marL="63500" marR="862330" algn="just">
              <a:lnSpc>
                <a:spcPct val="115000"/>
              </a:lnSpc>
              <a:spcAft>
                <a:spcPts val="0"/>
              </a:spcAft>
            </a:pPr>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63500" marR="862330" algn="just">
              <a:lnSpc>
                <a:spcPct val="115000"/>
              </a:lnSpc>
              <a:spcAft>
                <a:spcPts val="0"/>
              </a:spcAft>
            </a:pPr>
            <a:r>
              <a:rPr lang="en-US" sz="1800" dirty="0">
                <a:effectLst/>
                <a:latin typeface="Times New Roman" panose="02020603050405020304" pitchFamily="18" charset="0"/>
                <a:ea typeface="Times New Roman" panose="02020603050405020304" pitchFamily="18" charset="0"/>
              </a:rPr>
              <a:t>100% effort, 94% accomplished. </a:t>
            </a:r>
            <a:endParaRPr lang="en-IN" sz="1800" dirty="0">
              <a:effectLst/>
              <a:latin typeface="Times New Roman" panose="02020603050405020304" pitchFamily="18" charset="0"/>
              <a:ea typeface="Times New Roman" panose="02020603050405020304" pitchFamily="18" charset="0"/>
            </a:endParaRPr>
          </a:p>
          <a:p>
            <a:pPr marL="63500" marR="862330" algn="just">
              <a:lnSpc>
                <a:spcPct val="115000"/>
              </a:lnSpc>
              <a:spcAft>
                <a:spcPts val="0"/>
              </a:spcAft>
            </a:pPr>
            <a:r>
              <a:rPr lang="en-US" sz="1800" dirty="0">
                <a:effectLst/>
                <a:latin typeface="Times New Roman" panose="02020603050405020304" pitchFamily="18" charset="0"/>
                <a:ea typeface="Times New Roman" panose="02020603050405020304" pitchFamily="18" charset="0"/>
              </a:rPr>
              <a:t>In this project we were able to accomplish 90% of what we thought to accomplish in the beginning. We faced many challenges along our way and were able to find solutions to most of the problems.</a:t>
            </a:r>
            <a:endParaRPr lang="en-IN" sz="1800" dirty="0">
              <a:effectLst/>
              <a:latin typeface="Times New Roman" panose="02020603050405020304" pitchFamily="18" charset="0"/>
              <a:ea typeface="Times New Roman" panose="02020603050405020304" pitchFamily="18" charset="0"/>
            </a:endParaRPr>
          </a:p>
          <a:p>
            <a:pPr marL="0" lvl="0" indent="0" algn="l" rtl="0">
              <a:spcBef>
                <a:spcPts val="0"/>
              </a:spcBef>
              <a:spcAft>
                <a:spcPts val="0"/>
              </a:spcAft>
              <a:buNone/>
            </a:pPr>
            <a:endParaRPr sz="800" dirty="0"/>
          </a:p>
        </p:txBody>
      </p:sp>
      <p:sp>
        <p:nvSpPr>
          <p:cNvPr id="351" name="Google Shape;351;p28"/>
          <p:cNvSpPr txBox="1">
            <a:spLocks noGrp="1"/>
          </p:cNvSpPr>
          <p:nvPr>
            <p:ph type="title"/>
          </p:nvPr>
        </p:nvSpPr>
        <p:spPr>
          <a:xfrm>
            <a:off x="1005850" y="535000"/>
            <a:ext cx="7423200" cy="63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highlight>
                  <a:srgbClr val="008080"/>
                </a:highlight>
              </a:rPr>
              <a:t>PERCENTAGE OF COMPLETION:-</a:t>
            </a:r>
            <a:endParaRPr dirty="0">
              <a:highlight>
                <a:srgbClr val="008080"/>
              </a:highlight>
            </a:endParaRPr>
          </a:p>
        </p:txBody>
      </p:sp>
      <p:grpSp>
        <p:nvGrpSpPr>
          <p:cNvPr id="358" name="Google Shape;358;p28"/>
          <p:cNvGrpSpPr/>
          <p:nvPr/>
        </p:nvGrpSpPr>
        <p:grpSpPr>
          <a:xfrm>
            <a:off x="7841078" y="4291607"/>
            <a:ext cx="443148" cy="443148"/>
            <a:chOff x="2787725" y="238125"/>
            <a:chExt cx="513200" cy="513200"/>
          </a:xfrm>
        </p:grpSpPr>
        <p:sp>
          <p:nvSpPr>
            <p:cNvPr id="359" name="Google Shape;359;p28"/>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8"/>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8"/>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8"/>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 name="Google Shape;363;p28"/>
          <p:cNvSpPr/>
          <p:nvPr/>
        </p:nvSpPr>
        <p:spPr>
          <a:xfrm>
            <a:off x="3932000" y="446667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a:hlinkClick r:id="rId3" action="ppaction://hlinksldjump"/>
          </p:cNvPr>
          <p:cNvSpPr txBox="1"/>
          <p:nvPr/>
        </p:nvSpPr>
        <p:spPr>
          <a:xfrm>
            <a:off x="0" y="10048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01</a:t>
            </a:r>
            <a:endParaRPr sz="2000" b="1" u="sng">
              <a:solidFill>
                <a:schemeClr val="accent2"/>
              </a:solidFill>
              <a:latin typeface="Antonio"/>
              <a:ea typeface="Antonio"/>
              <a:cs typeface="Antonio"/>
              <a:sym typeface="Antonio"/>
            </a:endParaRPr>
          </a:p>
        </p:txBody>
      </p:sp>
      <p:sp>
        <p:nvSpPr>
          <p:cNvPr id="365" name="Google Shape;365;p28">
            <a:hlinkClick r:id="rId4" action="ppaction://hlinksldjump"/>
          </p:cNvPr>
          <p:cNvSpPr txBox="1"/>
          <p:nvPr/>
        </p:nvSpPr>
        <p:spPr>
          <a:xfrm>
            <a:off x="0" y="18835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02</a:t>
            </a:r>
            <a:endParaRPr sz="2000" b="1" u="sng">
              <a:solidFill>
                <a:schemeClr val="accent2"/>
              </a:solidFill>
              <a:latin typeface="Antonio"/>
              <a:ea typeface="Antonio"/>
              <a:cs typeface="Antonio"/>
              <a:sym typeface="Antonio"/>
            </a:endParaRPr>
          </a:p>
        </p:txBody>
      </p:sp>
      <p:sp>
        <p:nvSpPr>
          <p:cNvPr id="366" name="Google Shape;366;p28">
            <a:hlinkClick r:id="rId5" action="ppaction://hlinksldjump"/>
          </p:cNvPr>
          <p:cNvSpPr txBox="1"/>
          <p:nvPr/>
        </p:nvSpPr>
        <p:spPr>
          <a:xfrm>
            <a:off x="0" y="27622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03</a:t>
            </a:r>
            <a:endParaRPr sz="2000" b="1" u="sng">
              <a:solidFill>
                <a:schemeClr val="accent2"/>
              </a:solidFill>
              <a:latin typeface="Antonio"/>
              <a:ea typeface="Antonio"/>
              <a:cs typeface="Antonio"/>
              <a:sym typeface="Antonio"/>
            </a:endParaRPr>
          </a:p>
        </p:txBody>
      </p:sp>
      <p:sp>
        <p:nvSpPr>
          <p:cNvPr id="367" name="Google Shape;367;p28">
            <a:hlinkClick r:id="rId6" action="ppaction://hlinksldjump"/>
          </p:cNvPr>
          <p:cNvSpPr txBox="1"/>
          <p:nvPr/>
        </p:nvSpPr>
        <p:spPr>
          <a:xfrm>
            <a:off x="0" y="36409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04</a:t>
            </a:r>
            <a:endParaRPr sz="2000" b="1" u="sng">
              <a:solidFill>
                <a:schemeClr val="accent2"/>
              </a:solidFill>
              <a:latin typeface="Antonio"/>
              <a:ea typeface="Antonio"/>
              <a:cs typeface="Antonio"/>
              <a:sym typeface="Antonio"/>
            </a:endParaRPr>
          </a:p>
        </p:txBody>
      </p:sp>
    </p:spTree>
    <p:extLst>
      <p:ext uri="{BB962C8B-B14F-4D97-AF65-F5344CB8AC3E}">
        <p14:creationId xmlns:p14="http://schemas.microsoft.com/office/powerpoint/2010/main" val="4098646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0" name="Google Shape;350;p28"/>
          <p:cNvSpPr txBox="1">
            <a:spLocks noGrp="1"/>
          </p:cNvSpPr>
          <p:nvPr>
            <p:ph type="subTitle" idx="2"/>
          </p:nvPr>
        </p:nvSpPr>
        <p:spPr>
          <a:xfrm>
            <a:off x="714949" y="1004850"/>
            <a:ext cx="7793507" cy="3500516"/>
          </a:xfrm>
          <a:prstGeom prst="rect">
            <a:avLst/>
          </a:prstGeom>
        </p:spPr>
        <p:txBody>
          <a:bodyPr spcFirstLastPara="1" wrap="square" lIns="91425" tIns="91425" rIns="91425" bIns="91425" anchor="t" anchorCtr="0">
            <a:noAutofit/>
          </a:bodyPr>
          <a:lstStyle/>
          <a:p>
            <a:pPr marL="63500" marR="863600" algn="just">
              <a:lnSpc>
                <a:spcPct val="115000"/>
              </a:lnSpc>
              <a:spcAft>
                <a:spcPts val="0"/>
              </a:spcAft>
            </a:pPr>
            <a:r>
              <a:rPr lang="en-US" sz="1600" dirty="0">
                <a:effectLst/>
                <a:latin typeface="Times New Roman" panose="02020603050405020304" pitchFamily="18" charset="0"/>
                <a:ea typeface="Times New Roman" panose="02020603050405020304" pitchFamily="18" charset="0"/>
              </a:rPr>
              <a:t>Recommender</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Systems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(RSs)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are</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characterized</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by</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capability</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of</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filtering</a:t>
            </a:r>
            <a:r>
              <a:rPr lang="en-US" sz="1600" spc="30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large</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information spaces and selecting the items that are likely to be more interesting and attractive</a:t>
            </a:r>
            <a:r>
              <a:rPr lang="en-US" sz="1600" spc="-28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to</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user.</a:t>
            </a:r>
            <a:endParaRPr lang="en-IN" sz="1600" dirty="0">
              <a:effectLst/>
              <a:latin typeface="Times New Roman" panose="02020603050405020304" pitchFamily="18" charset="0"/>
              <a:ea typeface="Times New Roman" panose="02020603050405020304" pitchFamily="18" charset="0"/>
            </a:endParaRPr>
          </a:p>
          <a:p>
            <a:pPr>
              <a:spcBef>
                <a:spcPts val="10"/>
              </a:spcBef>
            </a:pPr>
            <a:r>
              <a:rPr lang="en-US" sz="16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pPr marL="63500" marR="867410" algn="just">
              <a:lnSpc>
                <a:spcPct val="115000"/>
              </a:lnSpc>
              <a:spcAft>
                <a:spcPts val="0"/>
              </a:spcAft>
            </a:pPr>
            <a:r>
              <a:rPr lang="en-US" sz="1600" dirty="0">
                <a:effectLst/>
                <a:latin typeface="Times New Roman" panose="02020603050405020304" pitchFamily="18" charset="0"/>
                <a:ea typeface="Times New Roman" panose="02020603050405020304" pitchFamily="18" charset="0"/>
              </a:rPr>
              <a:t>OTT</a:t>
            </a:r>
            <a:r>
              <a:rPr lang="en-US" sz="1600" spc="5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Platforms</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are</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a:t>
            </a:r>
            <a:r>
              <a:rPr lang="en-US" sz="1600" spc="5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biggest</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users</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of</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recommendation</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systems.</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So,</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in</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this</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Project</a:t>
            </a:r>
            <a:r>
              <a:rPr lang="en-US" sz="1600" spc="5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we</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aim</a:t>
            </a:r>
            <a:r>
              <a:rPr lang="en-US" sz="1600" spc="-29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to visualize the content library of top OTT Platforms like Netflix, Disney Plus, Hulu and</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Amazon Prime. While doing this we will also discover correlations and recurring patterns in</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dataset</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with</a:t>
            </a:r>
            <a:r>
              <a:rPr lang="en-US" sz="1600" spc="2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interesting inferences.</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pPr marL="63500" marR="869950" algn="just">
              <a:lnSpc>
                <a:spcPct val="113000"/>
              </a:lnSpc>
              <a:spcAft>
                <a:spcPts val="0"/>
              </a:spcAft>
            </a:pPr>
            <a:r>
              <a:rPr lang="en-US" sz="1600" dirty="0">
                <a:effectLst/>
                <a:latin typeface="Times New Roman" panose="02020603050405020304" pitchFamily="18" charset="0"/>
                <a:ea typeface="Times New Roman" panose="02020603050405020304" pitchFamily="18" charset="0"/>
              </a:rPr>
              <a:t>Finally, we will see how the recommendation engine works to deliver similar content as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quickly</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possible.</a:t>
            </a:r>
            <a:endParaRPr lang="en-IN" sz="1600" dirty="0">
              <a:effectLst/>
              <a:latin typeface="Times New Roman" panose="02020603050405020304" pitchFamily="18" charset="0"/>
              <a:ea typeface="Times New Roman" panose="02020603050405020304" pitchFamily="18" charset="0"/>
            </a:endParaRPr>
          </a:p>
          <a:p>
            <a:pPr marL="0" lvl="0" indent="0" algn="l" rtl="0">
              <a:spcBef>
                <a:spcPts val="0"/>
              </a:spcBef>
              <a:spcAft>
                <a:spcPts val="0"/>
              </a:spcAft>
              <a:buNone/>
            </a:pPr>
            <a:endParaRPr sz="1200" dirty="0"/>
          </a:p>
        </p:txBody>
      </p:sp>
      <p:sp>
        <p:nvSpPr>
          <p:cNvPr id="351" name="Google Shape;351;p28"/>
          <p:cNvSpPr txBox="1">
            <a:spLocks noGrp="1"/>
          </p:cNvSpPr>
          <p:nvPr>
            <p:ph type="title"/>
          </p:nvPr>
        </p:nvSpPr>
        <p:spPr>
          <a:xfrm>
            <a:off x="1005850" y="535000"/>
            <a:ext cx="7423200" cy="63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highlight>
                  <a:srgbClr val="008080"/>
                </a:highlight>
              </a:rPr>
              <a:t>INTRODUCTION</a:t>
            </a:r>
            <a:endParaRPr dirty="0">
              <a:highlight>
                <a:srgbClr val="008080"/>
              </a:highlight>
            </a:endParaRPr>
          </a:p>
        </p:txBody>
      </p:sp>
      <p:grpSp>
        <p:nvGrpSpPr>
          <p:cNvPr id="358" name="Google Shape;358;p28"/>
          <p:cNvGrpSpPr/>
          <p:nvPr/>
        </p:nvGrpSpPr>
        <p:grpSpPr>
          <a:xfrm>
            <a:off x="7841078" y="4291607"/>
            <a:ext cx="443148" cy="443148"/>
            <a:chOff x="2787725" y="238125"/>
            <a:chExt cx="513200" cy="513200"/>
          </a:xfrm>
        </p:grpSpPr>
        <p:sp>
          <p:nvSpPr>
            <p:cNvPr id="359" name="Google Shape;359;p28"/>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8"/>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8"/>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8"/>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 name="Google Shape;363;p28"/>
          <p:cNvSpPr/>
          <p:nvPr/>
        </p:nvSpPr>
        <p:spPr>
          <a:xfrm>
            <a:off x="3932000" y="446667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a:hlinkClick r:id="rId3" action="ppaction://hlinksldjump"/>
          </p:cNvPr>
          <p:cNvSpPr txBox="1"/>
          <p:nvPr/>
        </p:nvSpPr>
        <p:spPr>
          <a:xfrm>
            <a:off x="0" y="10048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01</a:t>
            </a:r>
            <a:endParaRPr sz="2000" b="1" u="sng">
              <a:solidFill>
                <a:schemeClr val="accent2"/>
              </a:solidFill>
              <a:latin typeface="Antonio"/>
              <a:ea typeface="Antonio"/>
              <a:cs typeface="Antonio"/>
              <a:sym typeface="Antonio"/>
            </a:endParaRPr>
          </a:p>
        </p:txBody>
      </p:sp>
      <p:sp>
        <p:nvSpPr>
          <p:cNvPr id="365" name="Google Shape;365;p28">
            <a:hlinkClick r:id="rId4" action="ppaction://hlinksldjump"/>
          </p:cNvPr>
          <p:cNvSpPr txBox="1"/>
          <p:nvPr/>
        </p:nvSpPr>
        <p:spPr>
          <a:xfrm>
            <a:off x="0" y="18835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02</a:t>
            </a:r>
            <a:endParaRPr sz="2000" b="1" u="sng">
              <a:solidFill>
                <a:schemeClr val="accent2"/>
              </a:solidFill>
              <a:latin typeface="Antonio"/>
              <a:ea typeface="Antonio"/>
              <a:cs typeface="Antonio"/>
              <a:sym typeface="Antonio"/>
            </a:endParaRPr>
          </a:p>
        </p:txBody>
      </p:sp>
      <p:sp>
        <p:nvSpPr>
          <p:cNvPr id="366" name="Google Shape;366;p28">
            <a:hlinkClick r:id="rId5" action="ppaction://hlinksldjump"/>
          </p:cNvPr>
          <p:cNvSpPr txBox="1"/>
          <p:nvPr/>
        </p:nvSpPr>
        <p:spPr>
          <a:xfrm>
            <a:off x="0" y="27622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03</a:t>
            </a:r>
            <a:endParaRPr sz="2000" b="1" u="sng">
              <a:solidFill>
                <a:schemeClr val="accent2"/>
              </a:solidFill>
              <a:latin typeface="Antonio"/>
              <a:ea typeface="Antonio"/>
              <a:cs typeface="Antonio"/>
              <a:sym typeface="Antonio"/>
            </a:endParaRPr>
          </a:p>
        </p:txBody>
      </p:sp>
      <p:sp>
        <p:nvSpPr>
          <p:cNvPr id="367" name="Google Shape;367;p28">
            <a:hlinkClick r:id="rId6" action="ppaction://hlinksldjump"/>
          </p:cNvPr>
          <p:cNvSpPr txBox="1"/>
          <p:nvPr/>
        </p:nvSpPr>
        <p:spPr>
          <a:xfrm>
            <a:off x="0" y="36409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04</a:t>
            </a:r>
            <a:endParaRPr sz="2000" b="1" u="sng">
              <a:solidFill>
                <a:schemeClr val="accent2"/>
              </a:solidFill>
              <a:latin typeface="Antonio"/>
              <a:ea typeface="Antonio"/>
              <a:cs typeface="Antonio"/>
              <a:sym typeface="Antonio"/>
            </a:endParaRPr>
          </a:p>
        </p:txBody>
      </p:sp>
    </p:spTree>
    <p:extLst>
      <p:ext uri="{BB962C8B-B14F-4D97-AF65-F5344CB8AC3E}">
        <p14:creationId xmlns:p14="http://schemas.microsoft.com/office/powerpoint/2010/main" val="176257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0" name="Google Shape;350;p28"/>
          <p:cNvSpPr txBox="1">
            <a:spLocks noGrp="1"/>
          </p:cNvSpPr>
          <p:nvPr>
            <p:ph type="subTitle" idx="2"/>
          </p:nvPr>
        </p:nvSpPr>
        <p:spPr>
          <a:xfrm>
            <a:off x="714949" y="1004850"/>
            <a:ext cx="7793507" cy="3500516"/>
          </a:xfrm>
          <a:prstGeom prst="rect">
            <a:avLst/>
          </a:prstGeom>
        </p:spPr>
        <p:txBody>
          <a:bodyPr spcFirstLastPara="1" wrap="square" lIns="91425" tIns="91425" rIns="91425" bIns="91425" anchor="t" anchorCtr="0">
            <a:noAutofit/>
          </a:bodyPr>
          <a:lstStyle/>
          <a:p>
            <a:pPr marL="0" lvl="0" indent="0">
              <a:tabLst>
                <a:tab pos="521335" algn="l"/>
              </a:tabLst>
            </a:pPr>
            <a:endParaRPr lang="en-IN" sz="1800" b="1" dirty="0">
              <a:effectLst/>
              <a:latin typeface="Times New Roman" panose="02020603050405020304" pitchFamily="18" charset="0"/>
              <a:ea typeface="Times New Roman" panose="02020603050405020304" pitchFamily="18" charset="0"/>
            </a:endParaRPr>
          </a:p>
          <a:p>
            <a:pPr>
              <a:spcBef>
                <a:spcPts val="20"/>
              </a:spcBef>
            </a:pPr>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57785" marR="860425" algn="ctr">
              <a:spcAft>
                <a:spcPts val="0"/>
              </a:spcAft>
            </a:pPr>
            <a:r>
              <a:rPr lang="en-US" sz="1800" dirty="0">
                <a:effectLst/>
                <a:latin typeface="Times New Roman" panose="02020603050405020304" pitchFamily="18" charset="0"/>
                <a:ea typeface="Times New Roman" panose="02020603050405020304" pitchFamily="18" charset="0"/>
              </a:rPr>
              <a:t>For</a:t>
            </a:r>
            <a:r>
              <a:rPr lang="en-US" sz="1800" spc="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this</a:t>
            </a:r>
            <a:r>
              <a:rPr lang="en-US" sz="1800" spc="9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project</a:t>
            </a:r>
            <a:r>
              <a:rPr lang="en-US" sz="1800" spc="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we</a:t>
            </a:r>
            <a:r>
              <a:rPr lang="en-US" sz="1800" spc="8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will</a:t>
            </a:r>
            <a:r>
              <a:rPr lang="en-US" sz="1800" spc="10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use</a:t>
            </a:r>
            <a:r>
              <a:rPr lang="en-US" sz="1800" spc="8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4</a:t>
            </a:r>
            <a:r>
              <a:rPr lang="en-US" sz="1800" spc="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datasets</a:t>
            </a:r>
            <a:r>
              <a:rPr lang="en-US" sz="1800" spc="9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containing</a:t>
            </a:r>
            <a:r>
              <a:rPr lang="en-US" sz="1800" spc="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listings</a:t>
            </a:r>
            <a:r>
              <a:rPr lang="en-US" sz="1800" spc="1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all</a:t>
            </a:r>
            <a:r>
              <a:rPr lang="en-US" sz="1800" spc="1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8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movies</a:t>
            </a:r>
            <a:r>
              <a:rPr lang="en-US" sz="1800" spc="1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tv</a:t>
            </a:r>
            <a:r>
              <a:rPr lang="en-US" sz="1800" spc="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shows</a:t>
            </a:r>
            <a:endParaRPr lang="en-IN" sz="1800" dirty="0">
              <a:effectLst/>
              <a:latin typeface="Times New Roman" panose="02020603050405020304" pitchFamily="18" charset="0"/>
              <a:ea typeface="Times New Roman" panose="02020603050405020304" pitchFamily="18" charset="0"/>
            </a:endParaRPr>
          </a:p>
          <a:p>
            <a:pPr marL="63500" marR="862965" algn="just">
              <a:lnSpc>
                <a:spcPct val="115000"/>
              </a:lnSpc>
              <a:spcBef>
                <a:spcPts val="400"/>
              </a:spcBef>
              <a:spcAft>
                <a:spcPts val="0"/>
              </a:spcAft>
            </a:pPr>
            <a:br>
              <a:rPr lang="en-US" sz="1800" dirty="0">
                <a:effectLst/>
                <a:latin typeface="Times New Roman" panose="02020603050405020304" pitchFamily="18" charset="0"/>
                <a:ea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rPr>
              <a:t>available on Netflix, Hulu, Disney Plus and Amazon Prime, along with details such as - cast,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directors,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ratings,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release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year,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duration,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etc.</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total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there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are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approximately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22k</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observations.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It</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is obtained from</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Kaggle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Open-Source</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Dataset</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Library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t>
            </a:r>
            <a:r>
              <a:rPr lang="en-US" sz="1800" u="sng" dirty="0">
                <a:solidFill>
                  <a:srgbClr val="0000FF"/>
                </a:solidFill>
                <a:effectLst/>
                <a:latin typeface="Times New Roman" panose="02020603050405020304" pitchFamily="18" charset="0"/>
                <a:ea typeface="Times New Roman" panose="02020603050405020304" pitchFamily="18" charset="0"/>
                <a:hlinkClick r:id="rId3"/>
              </a:rPr>
              <a:t>Source</a:t>
            </a:r>
            <a:r>
              <a:rPr lang="en-US" sz="1800"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marL="0" lvl="0" indent="0" algn="l" rtl="0">
              <a:spcBef>
                <a:spcPts val="0"/>
              </a:spcBef>
              <a:spcAft>
                <a:spcPts val="0"/>
              </a:spcAft>
              <a:buNone/>
            </a:pPr>
            <a:endParaRPr sz="1200" dirty="0"/>
          </a:p>
        </p:txBody>
      </p:sp>
      <p:sp>
        <p:nvSpPr>
          <p:cNvPr id="351" name="Google Shape;351;p28"/>
          <p:cNvSpPr txBox="1">
            <a:spLocks noGrp="1"/>
          </p:cNvSpPr>
          <p:nvPr>
            <p:ph type="title"/>
          </p:nvPr>
        </p:nvSpPr>
        <p:spPr>
          <a:xfrm>
            <a:off x="1005850" y="535000"/>
            <a:ext cx="7423200" cy="63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highlight>
                  <a:srgbClr val="008080"/>
                </a:highlight>
              </a:rPr>
              <a:t>ABOUT THE DATASET</a:t>
            </a:r>
            <a:endParaRPr dirty="0">
              <a:highlight>
                <a:srgbClr val="008080"/>
              </a:highlight>
            </a:endParaRPr>
          </a:p>
        </p:txBody>
      </p:sp>
      <p:grpSp>
        <p:nvGrpSpPr>
          <p:cNvPr id="358" name="Google Shape;358;p28"/>
          <p:cNvGrpSpPr/>
          <p:nvPr/>
        </p:nvGrpSpPr>
        <p:grpSpPr>
          <a:xfrm>
            <a:off x="7841078" y="4291607"/>
            <a:ext cx="443148" cy="443148"/>
            <a:chOff x="2787725" y="238125"/>
            <a:chExt cx="513200" cy="513200"/>
          </a:xfrm>
        </p:grpSpPr>
        <p:sp>
          <p:nvSpPr>
            <p:cNvPr id="359" name="Google Shape;359;p28"/>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8"/>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8"/>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8"/>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 name="Google Shape;363;p28"/>
          <p:cNvSpPr/>
          <p:nvPr/>
        </p:nvSpPr>
        <p:spPr>
          <a:xfrm>
            <a:off x="3932000" y="446667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a:hlinkClick r:id="rId4" action="ppaction://hlinksldjump"/>
          </p:cNvPr>
          <p:cNvSpPr txBox="1"/>
          <p:nvPr/>
        </p:nvSpPr>
        <p:spPr>
          <a:xfrm>
            <a:off x="0" y="10048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01</a:t>
            </a:r>
            <a:endParaRPr sz="2000" b="1" u="sng">
              <a:solidFill>
                <a:schemeClr val="accent2"/>
              </a:solidFill>
              <a:latin typeface="Antonio"/>
              <a:ea typeface="Antonio"/>
              <a:cs typeface="Antonio"/>
              <a:sym typeface="Antonio"/>
            </a:endParaRPr>
          </a:p>
        </p:txBody>
      </p:sp>
      <p:sp>
        <p:nvSpPr>
          <p:cNvPr id="365" name="Google Shape;365;p28">
            <a:hlinkClick r:id="rId5" action="ppaction://hlinksldjump"/>
          </p:cNvPr>
          <p:cNvSpPr txBox="1"/>
          <p:nvPr/>
        </p:nvSpPr>
        <p:spPr>
          <a:xfrm>
            <a:off x="0" y="18835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02</a:t>
            </a:r>
            <a:endParaRPr sz="2000" b="1" u="sng">
              <a:solidFill>
                <a:schemeClr val="accent2"/>
              </a:solidFill>
              <a:latin typeface="Antonio"/>
              <a:ea typeface="Antonio"/>
              <a:cs typeface="Antonio"/>
              <a:sym typeface="Antonio"/>
            </a:endParaRPr>
          </a:p>
        </p:txBody>
      </p:sp>
      <p:sp>
        <p:nvSpPr>
          <p:cNvPr id="366" name="Google Shape;366;p28">
            <a:hlinkClick r:id="rId6" action="ppaction://hlinksldjump"/>
          </p:cNvPr>
          <p:cNvSpPr txBox="1"/>
          <p:nvPr/>
        </p:nvSpPr>
        <p:spPr>
          <a:xfrm>
            <a:off x="0" y="27622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03</a:t>
            </a:r>
            <a:endParaRPr sz="2000" b="1" u="sng">
              <a:solidFill>
                <a:schemeClr val="accent2"/>
              </a:solidFill>
              <a:latin typeface="Antonio"/>
              <a:ea typeface="Antonio"/>
              <a:cs typeface="Antonio"/>
              <a:sym typeface="Antonio"/>
            </a:endParaRPr>
          </a:p>
        </p:txBody>
      </p:sp>
      <p:sp>
        <p:nvSpPr>
          <p:cNvPr id="367" name="Google Shape;367;p28">
            <a:hlinkClick r:id="rId7" action="ppaction://hlinksldjump"/>
          </p:cNvPr>
          <p:cNvSpPr txBox="1"/>
          <p:nvPr/>
        </p:nvSpPr>
        <p:spPr>
          <a:xfrm>
            <a:off x="0" y="36409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04</a:t>
            </a:r>
            <a:endParaRPr sz="2000" b="1" u="sng">
              <a:solidFill>
                <a:schemeClr val="accent2"/>
              </a:solidFill>
              <a:latin typeface="Antonio"/>
              <a:ea typeface="Antonio"/>
              <a:cs typeface="Antonio"/>
              <a:sym typeface="Antonio"/>
            </a:endParaRPr>
          </a:p>
        </p:txBody>
      </p:sp>
    </p:spTree>
    <p:extLst>
      <p:ext uri="{BB962C8B-B14F-4D97-AF65-F5344CB8AC3E}">
        <p14:creationId xmlns:p14="http://schemas.microsoft.com/office/powerpoint/2010/main" val="137661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1" name="Google Shape;351;p28"/>
          <p:cNvSpPr txBox="1">
            <a:spLocks noGrp="1"/>
          </p:cNvSpPr>
          <p:nvPr>
            <p:ph type="title"/>
          </p:nvPr>
        </p:nvSpPr>
        <p:spPr>
          <a:xfrm>
            <a:off x="1005850" y="535000"/>
            <a:ext cx="7423200" cy="63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highlight>
                  <a:srgbClr val="008080"/>
                </a:highlight>
              </a:rPr>
              <a:t>DESIGN AND FLOW OF MODEL</a:t>
            </a:r>
            <a:endParaRPr dirty="0">
              <a:highlight>
                <a:srgbClr val="008080"/>
              </a:highlight>
            </a:endParaRPr>
          </a:p>
        </p:txBody>
      </p:sp>
      <p:grpSp>
        <p:nvGrpSpPr>
          <p:cNvPr id="358" name="Google Shape;358;p28"/>
          <p:cNvGrpSpPr/>
          <p:nvPr/>
        </p:nvGrpSpPr>
        <p:grpSpPr>
          <a:xfrm>
            <a:off x="7841078" y="4291607"/>
            <a:ext cx="443148" cy="443148"/>
            <a:chOff x="2787725" y="238125"/>
            <a:chExt cx="513200" cy="513200"/>
          </a:xfrm>
        </p:grpSpPr>
        <p:sp>
          <p:nvSpPr>
            <p:cNvPr id="359" name="Google Shape;359;p28"/>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8"/>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8"/>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8"/>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 name="Google Shape;363;p28"/>
          <p:cNvSpPr/>
          <p:nvPr/>
        </p:nvSpPr>
        <p:spPr>
          <a:xfrm>
            <a:off x="3932000" y="446667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a:hlinkClick r:id="rId3" action="ppaction://hlinksldjump"/>
          </p:cNvPr>
          <p:cNvSpPr txBox="1"/>
          <p:nvPr/>
        </p:nvSpPr>
        <p:spPr>
          <a:xfrm>
            <a:off x="0" y="10048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01</a:t>
            </a:r>
            <a:endParaRPr sz="2000" b="1" u="sng">
              <a:solidFill>
                <a:schemeClr val="accent2"/>
              </a:solidFill>
              <a:latin typeface="Antonio"/>
              <a:ea typeface="Antonio"/>
              <a:cs typeface="Antonio"/>
              <a:sym typeface="Antonio"/>
            </a:endParaRPr>
          </a:p>
        </p:txBody>
      </p:sp>
      <p:sp>
        <p:nvSpPr>
          <p:cNvPr id="365" name="Google Shape;365;p28">
            <a:hlinkClick r:id="rId4" action="ppaction://hlinksldjump"/>
          </p:cNvPr>
          <p:cNvSpPr txBox="1"/>
          <p:nvPr/>
        </p:nvSpPr>
        <p:spPr>
          <a:xfrm>
            <a:off x="0" y="18835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02</a:t>
            </a:r>
            <a:endParaRPr sz="2000" b="1" u="sng">
              <a:solidFill>
                <a:schemeClr val="accent2"/>
              </a:solidFill>
              <a:latin typeface="Antonio"/>
              <a:ea typeface="Antonio"/>
              <a:cs typeface="Antonio"/>
              <a:sym typeface="Antonio"/>
            </a:endParaRPr>
          </a:p>
        </p:txBody>
      </p:sp>
      <p:sp>
        <p:nvSpPr>
          <p:cNvPr id="366" name="Google Shape;366;p28">
            <a:hlinkClick r:id="rId5" action="ppaction://hlinksldjump"/>
          </p:cNvPr>
          <p:cNvSpPr txBox="1"/>
          <p:nvPr/>
        </p:nvSpPr>
        <p:spPr>
          <a:xfrm>
            <a:off x="0" y="27622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03</a:t>
            </a:r>
            <a:endParaRPr sz="2000" b="1" u="sng">
              <a:solidFill>
                <a:schemeClr val="accent2"/>
              </a:solidFill>
              <a:latin typeface="Antonio"/>
              <a:ea typeface="Antonio"/>
              <a:cs typeface="Antonio"/>
              <a:sym typeface="Antonio"/>
            </a:endParaRPr>
          </a:p>
        </p:txBody>
      </p:sp>
      <p:sp>
        <p:nvSpPr>
          <p:cNvPr id="367" name="Google Shape;367;p28">
            <a:hlinkClick r:id="rId6" action="ppaction://hlinksldjump"/>
          </p:cNvPr>
          <p:cNvSpPr txBox="1"/>
          <p:nvPr/>
        </p:nvSpPr>
        <p:spPr>
          <a:xfrm>
            <a:off x="0" y="36409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04</a:t>
            </a:r>
            <a:endParaRPr sz="2000" b="1" u="sng">
              <a:solidFill>
                <a:schemeClr val="accent2"/>
              </a:solidFill>
              <a:latin typeface="Antonio"/>
              <a:ea typeface="Antonio"/>
              <a:cs typeface="Antonio"/>
              <a:sym typeface="Antonio"/>
            </a:endParaRPr>
          </a:p>
        </p:txBody>
      </p:sp>
      <p:pic>
        <p:nvPicPr>
          <p:cNvPr id="2" name="image2.jpeg">
            <a:extLst>
              <a:ext uri="{FF2B5EF4-FFF2-40B4-BE49-F238E27FC236}">
                <a16:creationId xmlns:a16="http://schemas.microsoft.com/office/drawing/2014/main" id="{15200058-BF0D-0337-556F-CE5F20144BC8}"/>
              </a:ext>
            </a:extLst>
          </p:cNvPr>
          <p:cNvPicPr>
            <a:picLocks noChangeAspect="1"/>
          </p:cNvPicPr>
          <p:nvPr/>
        </p:nvPicPr>
        <p:blipFill>
          <a:blip r:embed="rId7" cstate="print"/>
          <a:stretch>
            <a:fillRect/>
          </a:stretch>
        </p:blipFill>
        <p:spPr>
          <a:xfrm>
            <a:off x="3391280" y="1170002"/>
            <a:ext cx="2394921" cy="3820610"/>
          </a:xfrm>
          <a:prstGeom prst="rect">
            <a:avLst/>
          </a:prstGeom>
        </p:spPr>
      </p:pic>
    </p:spTree>
    <p:extLst>
      <p:ext uri="{BB962C8B-B14F-4D97-AF65-F5344CB8AC3E}">
        <p14:creationId xmlns:p14="http://schemas.microsoft.com/office/powerpoint/2010/main" val="1569963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915D0387-4442-E6D9-9BD3-145558146EEB}"/>
              </a:ext>
            </a:extLst>
          </p:cNvPr>
          <p:cNvSpPr>
            <a:spLocks noGrp="1"/>
          </p:cNvSpPr>
          <p:nvPr>
            <p:ph type="title"/>
          </p:nvPr>
        </p:nvSpPr>
        <p:spPr>
          <a:xfrm>
            <a:off x="609600" y="560832"/>
            <a:ext cx="5827776" cy="3718559"/>
          </a:xfrm>
        </p:spPr>
        <p:txBody>
          <a:bodyPr>
            <a:noAutofit/>
          </a:bodyPr>
          <a:lstStyle/>
          <a:p>
            <a:r>
              <a:rPr lang="en-US" sz="2000" b="0" i="0" u="sng" dirty="0">
                <a:solidFill>
                  <a:schemeClr val="tx1">
                    <a:lumMod val="95000"/>
                  </a:schemeClr>
                </a:solidFill>
                <a:effectLst/>
                <a:latin typeface="charter"/>
                <a:hlinkClick r:id="rId2">
                  <a:extLst>
                    <a:ext uri="{A12FA001-AC4F-418D-AE19-62706E023703}">
                      <ahyp:hlinkClr xmlns:ahyp="http://schemas.microsoft.com/office/drawing/2018/hyperlinkcolor" val="tx"/>
                    </a:ext>
                  </a:extLst>
                </a:hlinkClick>
              </a:rPr>
              <a:t>Matrix factorization</a:t>
            </a:r>
            <a:r>
              <a:rPr lang="en-US" sz="2000" b="0" i="0" dirty="0">
                <a:solidFill>
                  <a:schemeClr val="tx1">
                    <a:lumMod val="95000"/>
                  </a:schemeClr>
                </a:solidFill>
                <a:effectLst/>
                <a:latin typeface="charter"/>
              </a:rPr>
              <a:t> is a class of collaborative filtering algorithms used in recommender systems. This family of methods became widely known during the </a:t>
            </a:r>
            <a:r>
              <a:rPr lang="en-US" sz="2000" b="0" i="0" u="sng" dirty="0">
                <a:solidFill>
                  <a:schemeClr val="tx1">
                    <a:lumMod val="95000"/>
                  </a:schemeClr>
                </a:solidFill>
                <a:effectLst/>
                <a:latin typeface="charter"/>
                <a:hlinkClick r:id="rId3">
                  <a:extLst>
                    <a:ext uri="{A12FA001-AC4F-418D-AE19-62706E023703}">
                      <ahyp:hlinkClr xmlns:ahyp="http://schemas.microsoft.com/office/drawing/2018/hyperlinkcolor" val="tx"/>
                    </a:ext>
                  </a:extLst>
                </a:hlinkClick>
              </a:rPr>
              <a:t>Netflix prize challenge</a:t>
            </a:r>
            <a:r>
              <a:rPr lang="en-US" sz="2000" b="0" i="0" dirty="0">
                <a:solidFill>
                  <a:schemeClr val="tx1">
                    <a:lumMod val="95000"/>
                  </a:schemeClr>
                </a:solidFill>
                <a:effectLst/>
                <a:latin typeface="charter"/>
              </a:rPr>
              <a:t> due to how effective it was.</a:t>
            </a:r>
            <a:br>
              <a:rPr lang="en-US" sz="2000" b="0" i="0" dirty="0">
                <a:solidFill>
                  <a:schemeClr val="tx1">
                    <a:lumMod val="95000"/>
                  </a:schemeClr>
                </a:solidFill>
                <a:effectLst/>
                <a:latin typeface="charter"/>
              </a:rPr>
            </a:br>
            <a:r>
              <a:rPr lang="en-US" sz="2000" b="0" i="0" dirty="0">
                <a:solidFill>
                  <a:schemeClr val="tx1">
                    <a:lumMod val="95000"/>
                  </a:schemeClr>
                </a:solidFill>
                <a:effectLst/>
                <a:latin typeface="charter"/>
              </a:rPr>
              <a:t>Matrix factorization algorithms work by decomposing the user-movie interaction matrix into the product of two lower dimensionality rectangular matrices, say U and M. The decomposition is done in such a way that the product results in almost similar values to the user-movie interaction matrix. Here, U represents the user matrix, M represents the movie matrix, n is the number of users, and m is the number of movies.</a:t>
            </a:r>
            <a:br>
              <a:rPr lang="en-US" sz="2000" b="0" i="0" dirty="0">
                <a:solidFill>
                  <a:schemeClr val="tx1">
                    <a:lumMod val="95000"/>
                  </a:schemeClr>
                </a:solidFill>
                <a:effectLst/>
                <a:latin typeface="charter"/>
              </a:rPr>
            </a:br>
            <a:endParaRPr lang="en-IN" sz="2000" dirty="0">
              <a:solidFill>
                <a:schemeClr val="tx1">
                  <a:lumMod val="95000"/>
                </a:schemeClr>
              </a:solidFill>
            </a:endParaRPr>
          </a:p>
        </p:txBody>
      </p:sp>
      <p:sp>
        <p:nvSpPr>
          <p:cNvPr id="17" name="Content Placeholder 2">
            <a:extLst>
              <a:ext uri="{FF2B5EF4-FFF2-40B4-BE49-F238E27FC236}">
                <a16:creationId xmlns:a16="http://schemas.microsoft.com/office/drawing/2014/main" id="{C676E05D-9AC3-E5A7-DFAD-612036FDD77B}"/>
              </a:ext>
            </a:extLst>
          </p:cNvPr>
          <p:cNvSpPr txBox="1">
            <a:spLocks/>
          </p:cNvSpPr>
          <p:nvPr/>
        </p:nvSpPr>
        <p:spPr>
          <a:xfrm>
            <a:off x="486220" y="0"/>
            <a:ext cx="8657780" cy="56083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200" b="0" i="0" u="none" strike="noStrike" cap="none">
                <a:solidFill>
                  <a:schemeClr val="dk1"/>
                </a:solidFill>
                <a:highlight>
                  <a:schemeClr val="accent3"/>
                </a:highlight>
                <a:latin typeface="Antonio"/>
                <a:ea typeface="Antonio"/>
                <a:cs typeface="Antonio"/>
                <a:sym typeface="Antonio"/>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r>
              <a:rPr lang="en-US" b="1" dirty="0">
                <a:solidFill>
                  <a:schemeClr val="tx1">
                    <a:lumMod val="95000"/>
                  </a:schemeClr>
                </a:solidFill>
                <a:highlight>
                  <a:srgbClr val="008080"/>
                </a:highlight>
              </a:rPr>
              <a:t>ARCHITECTURE</a:t>
            </a:r>
            <a:endParaRPr lang="en-IN" b="1" dirty="0">
              <a:solidFill>
                <a:schemeClr val="tx1">
                  <a:lumMod val="95000"/>
                </a:schemeClr>
              </a:solidFill>
              <a:highlight>
                <a:srgbClr val="008080"/>
              </a:highlight>
            </a:endParaRPr>
          </a:p>
        </p:txBody>
      </p:sp>
      <p:pic>
        <p:nvPicPr>
          <p:cNvPr id="18" name="Picture 4">
            <a:extLst>
              <a:ext uri="{FF2B5EF4-FFF2-40B4-BE49-F238E27FC236}">
                <a16:creationId xmlns:a16="http://schemas.microsoft.com/office/drawing/2014/main" id="{F61FCB34-9A8F-606D-4DE4-FD98544A10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117" y="4279391"/>
            <a:ext cx="4447907" cy="82364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a:extLst>
              <a:ext uri="{FF2B5EF4-FFF2-40B4-BE49-F238E27FC236}">
                <a16:creationId xmlns:a16="http://schemas.microsoft.com/office/drawing/2014/main" id="{CFDF975C-ED74-CB21-A159-C270CEE316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84630" y="4021835"/>
            <a:ext cx="3141557" cy="1040743"/>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9A4FE107-C597-E425-C6D1-0339C5D263EF}"/>
              </a:ext>
            </a:extLst>
          </p:cNvPr>
          <p:cNvSpPr txBox="1"/>
          <p:nvPr/>
        </p:nvSpPr>
        <p:spPr>
          <a:xfrm>
            <a:off x="6437376" y="731520"/>
            <a:ext cx="2450592" cy="1600438"/>
          </a:xfrm>
          <a:prstGeom prst="rect">
            <a:avLst/>
          </a:prstGeom>
          <a:solidFill>
            <a:schemeClr val="tx2">
              <a:lumMod val="60000"/>
              <a:lumOff val="40000"/>
            </a:schemeClr>
          </a:solidFill>
        </p:spPr>
        <p:txBody>
          <a:bodyPr wrap="square" rtlCol="0">
            <a:spAutoFit/>
          </a:bodyPr>
          <a:lstStyle/>
          <a:p>
            <a:r>
              <a:rPr lang="en-US" b="0" i="0" dirty="0">
                <a:solidFill>
                  <a:srgbClr val="292929"/>
                </a:solidFill>
                <a:effectLst/>
                <a:latin typeface="charter"/>
              </a:rPr>
              <a:t>For example, if user A watches M1, M2, and M3, and user B watches M1, M3, M4, we recommend M1 and M3 to a similar user C. You can see how this looks in the figure below for clearer reference.</a:t>
            </a:r>
            <a:endParaRPr lang="en-IN" dirty="0"/>
          </a:p>
        </p:txBody>
      </p:sp>
    </p:spTree>
    <p:extLst>
      <p:ext uri="{BB962C8B-B14F-4D97-AF65-F5344CB8AC3E}">
        <p14:creationId xmlns:p14="http://schemas.microsoft.com/office/powerpoint/2010/main" val="2217613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1" name="Google Shape;351;p28"/>
          <p:cNvSpPr txBox="1">
            <a:spLocks noGrp="1"/>
          </p:cNvSpPr>
          <p:nvPr>
            <p:ph type="title"/>
          </p:nvPr>
        </p:nvSpPr>
        <p:spPr>
          <a:xfrm>
            <a:off x="1005850" y="535000"/>
            <a:ext cx="7423200" cy="63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highlight>
                  <a:srgbClr val="008080"/>
                </a:highlight>
              </a:rPr>
              <a:t>MODULES</a:t>
            </a:r>
            <a:br>
              <a:rPr lang="en-IN" dirty="0">
                <a:highlight>
                  <a:srgbClr val="008080"/>
                </a:highlight>
              </a:rPr>
            </a:br>
            <a:endParaRPr dirty="0">
              <a:highlight>
                <a:srgbClr val="008080"/>
              </a:highlight>
            </a:endParaRPr>
          </a:p>
        </p:txBody>
      </p:sp>
      <p:grpSp>
        <p:nvGrpSpPr>
          <p:cNvPr id="358" name="Google Shape;358;p28"/>
          <p:cNvGrpSpPr/>
          <p:nvPr/>
        </p:nvGrpSpPr>
        <p:grpSpPr>
          <a:xfrm>
            <a:off x="7841078" y="4291607"/>
            <a:ext cx="443148" cy="443148"/>
            <a:chOff x="2787725" y="238125"/>
            <a:chExt cx="513200" cy="513200"/>
          </a:xfrm>
        </p:grpSpPr>
        <p:sp>
          <p:nvSpPr>
            <p:cNvPr id="359" name="Google Shape;359;p28"/>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8"/>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8"/>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8"/>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 name="Google Shape;363;p28"/>
          <p:cNvSpPr/>
          <p:nvPr/>
        </p:nvSpPr>
        <p:spPr>
          <a:xfrm>
            <a:off x="3932000" y="446667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a:hlinkClick r:id="rId3" action="ppaction://hlinksldjump"/>
          </p:cNvPr>
          <p:cNvSpPr txBox="1"/>
          <p:nvPr/>
        </p:nvSpPr>
        <p:spPr>
          <a:xfrm>
            <a:off x="0" y="10048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01</a:t>
            </a:r>
            <a:endParaRPr sz="2000" b="1" u="sng">
              <a:solidFill>
                <a:schemeClr val="accent2"/>
              </a:solidFill>
              <a:latin typeface="Antonio"/>
              <a:ea typeface="Antonio"/>
              <a:cs typeface="Antonio"/>
              <a:sym typeface="Antonio"/>
            </a:endParaRPr>
          </a:p>
        </p:txBody>
      </p:sp>
      <p:sp>
        <p:nvSpPr>
          <p:cNvPr id="365" name="Google Shape;365;p28">
            <a:hlinkClick r:id="rId4" action="ppaction://hlinksldjump"/>
          </p:cNvPr>
          <p:cNvSpPr txBox="1"/>
          <p:nvPr/>
        </p:nvSpPr>
        <p:spPr>
          <a:xfrm>
            <a:off x="0" y="18835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02</a:t>
            </a:r>
            <a:endParaRPr sz="2000" b="1" u="sng">
              <a:solidFill>
                <a:schemeClr val="accent2"/>
              </a:solidFill>
              <a:latin typeface="Antonio"/>
              <a:ea typeface="Antonio"/>
              <a:cs typeface="Antonio"/>
              <a:sym typeface="Antonio"/>
            </a:endParaRPr>
          </a:p>
        </p:txBody>
      </p:sp>
      <p:sp>
        <p:nvSpPr>
          <p:cNvPr id="366" name="Google Shape;366;p28">
            <a:hlinkClick r:id="rId5" action="ppaction://hlinksldjump"/>
          </p:cNvPr>
          <p:cNvSpPr txBox="1"/>
          <p:nvPr/>
        </p:nvSpPr>
        <p:spPr>
          <a:xfrm>
            <a:off x="0" y="27622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03</a:t>
            </a:r>
            <a:endParaRPr sz="2000" b="1" u="sng">
              <a:solidFill>
                <a:schemeClr val="accent2"/>
              </a:solidFill>
              <a:latin typeface="Antonio"/>
              <a:ea typeface="Antonio"/>
              <a:cs typeface="Antonio"/>
              <a:sym typeface="Antonio"/>
            </a:endParaRPr>
          </a:p>
        </p:txBody>
      </p:sp>
      <p:sp>
        <p:nvSpPr>
          <p:cNvPr id="367" name="Google Shape;367;p28">
            <a:hlinkClick r:id="rId6" action="ppaction://hlinksldjump"/>
          </p:cNvPr>
          <p:cNvSpPr txBox="1"/>
          <p:nvPr/>
        </p:nvSpPr>
        <p:spPr>
          <a:xfrm>
            <a:off x="0" y="36409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04</a:t>
            </a:r>
            <a:endParaRPr sz="2000" b="1" u="sng">
              <a:solidFill>
                <a:schemeClr val="accent2"/>
              </a:solidFill>
              <a:latin typeface="Antonio"/>
              <a:ea typeface="Antonio"/>
              <a:cs typeface="Antonio"/>
              <a:sym typeface="Antonio"/>
            </a:endParaRPr>
          </a:p>
        </p:txBody>
      </p:sp>
      <p:sp>
        <p:nvSpPr>
          <p:cNvPr id="3" name="TextBox 2">
            <a:extLst>
              <a:ext uri="{FF2B5EF4-FFF2-40B4-BE49-F238E27FC236}">
                <a16:creationId xmlns:a16="http://schemas.microsoft.com/office/drawing/2014/main" id="{5839E286-DE51-424A-F5A1-C054ABFC8EF3}"/>
              </a:ext>
            </a:extLst>
          </p:cNvPr>
          <p:cNvSpPr txBox="1"/>
          <p:nvPr/>
        </p:nvSpPr>
        <p:spPr>
          <a:xfrm>
            <a:off x="816864" y="1173400"/>
            <a:ext cx="8132064" cy="3260636"/>
          </a:xfrm>
          <a:prstGeom prst="rect">
            <a:avLst/>
          </a:prstGeom>
          <a:noFill/>
        </p:spPr>
        <p:txBody>
          <a:bodyPr wrap="square" rtlCol="0">
            <a:spAutoFit/>
          </a:bodyPr>
          <a:lstStyle/>
          <a:p>
            <a:pPr marL="742950" lvl="1" indent="-285750">
              <a:buSzPts val="1200"/>
              <a:buFont typeface="Times New Roman" panose="02020603050405020304" pitchFamily="18" charset="0"/>
              <a:buAutoNum type="arabicPeriod"/>
              <a:tabLst>
                <a:tab pos="977900" algn="l"/>
                <a:tab pos="978535" algn="l"/>
              </a:tabLst>
            </a:pPr>
            <a:r>
              <a:rPr lang="en-US" sz="1200" b="1" dirty="0">
                <a:solidFill>
                  <a:schemeClr val="tx1"/>
                </a:solidFill>
                <a:effectLst/>
                <a:latin typeface="Times New Roman" panose="02020603050405020304" pitchFamily="18" charset="0"/>
                <a:ea typeface="Times New Roman" panose="02020603050405020304" pitchFamily="18" charset="0"/>
              </a:rPr>
              <a:t>Module</a:t>
            </a:r>
            <a:r>
              <a:rPr lang="en-US" sz="1200" b="1" spc="-20"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1:</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data</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cleaning</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and dataset</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analysis</a:t>
            </a:r>
            <a:endParaRPr lang="en-IN" sz="1200" b="1" dirty="0">
              <a:solidFill>
                <a:schemeClr val="tx1"/>
              </a:solidFill>
              <a:effectLst/>
              <a:latin typeface="Times New Roman" panose="02020603050405020304" pitchFamily="18" charset="0"/>
              <a:ea typeface="Times New Roman" panose="02020603050405020304" pitchFamily="18" charset="0"/>
            </a:endParaRPr>
          </a:p>
          <a:p>
            <a:pPr>
              <a:spcBef>
                <a:spcPts val="15"/>
              </a:spcBef>
            </a:pPr>
            <a:r>
              <a:rPr lang="en-US" sz="1550" b="1" dirty="0">
                <a:solidFill>
                  <a:schemeClr val="tx1"/>
                </a:solidFill>
                <a:effectLst/>
                <a:latin typeface="Times New Roman" panose="02020603050405020304" pitchFamily="18" charset="0"/>
                <a:ea typeface="Times New Roman" panose="02020603050405020304" pitchFamily="18" charset="0"/>
              </a:rPr>
              <a:t> </a:t>
            </a:r>
            <a:endParaRPr lang="en-IN" sz="1200" dirty="0">
              <a:solidFill>
                <a:schemeClr val="tx1"/>
              </a:solidFill>
              <a:effectLst/>
              <a:latin typeface="Times New Roman" panose="02020603050405020304" pitchFamily="18" charset="0"/>
              <a:ea typeface="Times New Roman" panose="02020603050405020304" pitchFamily="18" charset="0"/>
            </a:endParaRPr>
          </a:p>
          <a:p>
            <a:pPr marL="521335" marR="866140" algn="just">
              <a:lnSpc>
                <a:spcPct val="113000"/>
              </a:lnSpc>
              <a:spcAft>
                <a:spcPts val="0"/>
              </a:spcAft>
            </a:pPr>
            <a:r>
              <a:rPr lang="en-US" sz="1200" dirty="0">
                <a:solidFill>
                  <a:schemeClr val="tx1"/>
                </a:solidFill>
                <a:effectLst/>
                <a:latin typeface="Times New Roman" panose="02020603050405020304" pitchFamily="18" charset="0"/>
                <a:ea typeface="Times New Roman" panose="02020603050405020304" pitchFamily="18" charset="0"/>
              </a:rPr>
              <a:t>After</a:t>
            </a:r>
            <a:r>
              <a:rPr lang="en-US" sz="1200" spc="5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Importing</a:t>
            </a:r>
            <a:r>
              <a:rPr lang="en-US" sz="1200" spc="5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the</a:t>
            </a:r>
            <a:r>
              <a:rPr lang="en-US" sz="1200" spc="6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data</a:t>
            </a:r>
            <a:r>
              <a:rPr lang="en-US" sz="1200" spc="5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set,</a:t>
            </a:r>
            <a:r>
              <a:rPr lang="en-US" sz="1200" spc="6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we</a:t>
            </a:r>
            <a:r>
              <a:rPr lang="en-US" sz="1200" spc="5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need</a:t>
            </a:r>
            <a:r>
              <a:rPr lang="en-US" sz="1200" spc="6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to</a:t>
            </a:r>
            <a:r>
              <a:rPr lang="en-US" sz="1200" spc="5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clean</a:t>
            </a:r>
            <a:r>
              <a:rPr lang="en-US" sz="1200" spc="6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it</a:t>
            </a:r>
            <a:r>
              <a:rPr lang="en-US" sz="1200" spc="5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and</a:t>
            </a:r>
            <a:r>
              <a:rPr lang="en-US" sz="1200" spc="5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analyze</a:t>
            </a:r>
            <a:r>
              <a:rPr lang="en-US" sz="1200" spc="5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what</a:t>
            </a:r>
            <a:r>
              <a:rPr lang="en-US" sz="1200" spc="5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data</a:t>
            </a:r>
            <a:r>
              <a:rPr lang="en-US" sz="1200" spc="5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we</a:t>
            </a:r>
            <a:r>
              <a:rPr lang="en-US" sz="1200" spc="5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were</a:t>
            </a:r>
            <a:r>
              <a:rPr lang="en-US" sz="1200" spc="5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able</a:t>
            </a:r>
            <a:r>
              <a:rPr lang="en-US" sz="1200" spc="-29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to</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collect.</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After</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this we</a:t>
            </a:r>
            <a:r>
              <a:rPr lang="en-US" sz="1200" spc="-1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can</a:t>
            </a:r>
            <a:r>
              <a:rPr lang="en-US" sz="1200" spc="1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easily</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plan</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which</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parameters to visualize.</a:t>
            </a:r>
            <a:endParaRPr lang="en-IN" sz="1200" dirty="0">
              <a:solidFill>
                <a:schemeClr val="tx1"/>
              </a:solidFill>
              <a:effectLst/>
              <a:latin typeface="Times New Roman" panose="02020603050405020304" pitchFamily="18" charset="0"/>
              <a:ea typeface="Times New Roman" panose="02020603050405020304" pitchFamily="18" charset="0"/>
            </a:endParaRPr>
          </a:p>
          <a:p>
            <a:pPr>
              <a:spcBef>
                <a:spcPts val="50"/>
              </a:spcBef>
            </a:pPr>
            <a:r>
              <a:rPr lang="en-US" sz="1350" dirty="0">
                <a:solidFill>
                  <a:schemeClr val="tx1"/>
                </a:solidFill>
                <a:effectLst/>
                <a:latin typeface="Times New Roman" panose="02020603050405020304" pitchFamily="18" charset="0"/>
                <a:ea typeface="Times New Roman" panose="02020603050405020304" pitchFamily="18" charset="0"/>
              </a:rPr>
              <a:t> </a:t>
            </a:r>
            <a:endParaRPr lang="en-IN" sz="1200" dirty="0">
              <a:solidFill>
                <a:schemeClr val="tx1"/>
              </a:solidFill>
              <a:effectLst/>
              <a:latin typeface="Times New Roman" panose="02020603050405020304" pitchFamily="18" charset="0"/>
              <a:ea typeface="Times New Roman" panose="02020603050405020304" pitchFamily="18" charset="0"/>
            </a:endParaRPr>
          </a:p>
          <a:p>
            <a:pPr marL="742950" marR="858520" lvl="1" indent="-285750">
              <a:lnSpc>
                <a:spcPct val="113000"/>
              </a:lnSpc>
              <a:spcAft>
                <a:spcPts val="0"/>
              </a:spcAft>
              <a:buSzPts val="1200"/>
              <a:buFont typeface="Times New Roman" panose="02020603050405020304" pitchFamily="18" charset="0"/>
              <a:buAutoNum type="arabicPeriod"/>
              <a:tabLst>
                <a:tab pos="977900" algn="l"/>
                <a:tab pos="978535" algn="l"/>
              </a:tabLst>
            </a:pPr>
            <a:r>
              <a:rPr lang="en-US" sz="1200" b="1" dirty="0">
                <a:solidFill>
                  <a:schemeClr val="tx1"/>
                </a:solidFill>
                <a:effectLst/>
                <a:latin typeface="Times New Roman" panose="02020603050405020304" pitchFamily="18" charset="0"/>
                <a:ea typeface="Times New Roman" panose="02020603050405020304" pitchFamily="18" charset="0"/>
              </a:rPr>
              <a:t>Module</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2:</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Doing</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Data</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Analysis</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to</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find</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patterns/trends</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and</a:t>
            </a:r>
            <a:r>
              <a:rPr lang="en-US" sz="1200" b="1" spc="-28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visualize</a:t>
            </a:r>
            <a:r>
              <a:rPr lang="en-US" sz="1200" b="1" spc="-1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it (Python).</a:t>
            </a:r>
            <a:endParaRPr lang="en-IN" sz="1200" b="1" dirty="0">
              <a:solidFill>
                <a:schemeClr val="tx1"/>
              </a:solidFill>
              <a:effectLst/>
              <a:latin typeface="Times New Roman" panose="02020603050405020304" pitchFamily="18" charset="0"/>
              <a:ea typeface="Times New Roman" panose="02020603050405020304" pitchFamily="18" charset="0"/>
            </a:endParaRPr>
          </a:p>
          <a:p>
            <a:r>
              <a:rPr lang="en-US" sz="1400" b="1" dirty="0">
                <a:solidFill>
                  <a:schemeClr val="tx1"/>
                </a:solidFill>
                <a:effectLst/>
                <a:latin typeface="Times New Roman" panose="02020603050405020304" pitchFamily="18" charset="0"/>
                <a:ea typeface="Times New Roman" panose="02020603050405020304" pitchFamily="18" charset="0"/>
              </a:rPr>
              <a:t> </a:t>
            </a:r>
            <a:endParaRPr lang="en-IN" sz="1200" dirty="0">
              <a:solidFill>
                <a:schemeClr val="tx1"/>
              </a:solidFill>
              <a:effectLst/>
              <a:latin typeface="Times New Roman" panose="02020603050405020304" pitchFamily="18" charset="0"/>
              <a:ea typeface="Times New Roman" panose="02020603050405020304" pitchFamily="18" charset="0"/>
            </a:endParaRPr>
          </a:p>
          <a:p>
            <a:pPr marL="521335" marR="869315" algn="just">
              <a:lnSpc>
                <a:spcPct val="115000"/>
              </a:lnSpc>
              <a:spcAft>
                <a:spcPts val="0"/>
              </a:spcAft>
            </a:pPr>
            <a:r>
              <a:rPr lang="en-US" sz="1200" dirty="0">
                <a:solidFill>
                  <a:schemeClr val="tx1"/>
                </a:solidFill>
                <a:effectLst/>
                <a:latin typeface="Times New Roman" panose="02020603050405020304" pitchFamily="18" charset="0"/>
                <a:ea typeface="Times New Roman" panose="02020603050405020304" pitchFamily="18" charset="0"/>
              </a:rPr>
              <a:t>The</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attributes</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from</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the</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obtained</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data</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set</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are</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compared</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with</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each</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other</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to</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find</a:t>
            </a:r>
            <a:r>
              <a:rPr lang="en-US" sz="1200" spc="-28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correlations and dependencies and then these are visualized using different types of</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graphs.</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We</a:t>
            </a:r>
            <a:r>
              <a:rPr lang="en-US" sz="1200" spc="-1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can use</a:t>
            </a:r>
            <a:r>
              <a:rPr lang="en-US" sz="1200" spc="1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these</a:t>
            </a:r>
            <a:r>
              <a:rPr lang="en-US" sz="1200" spc="-1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graphs to</a:t>
            </a:r>
            <a:r>
              <a:rPr lang="en-US" sz="1200" spc="1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visualize</a:t>
            </a:r>
            <a:r>
              <a:rPr lang="en-US" sz="1200" spc="-1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common</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trends</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in</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the</a:t>
            </a:r>
            <a:r>
              <a:rPr lang="en-US" sz="1200" spc="-1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dataset.</a:t>
            </a:r>
            <a:endParaRPr lang="en-IN" sz="1200" dirty="0">
              <a:solidFill>
                <a:schemeClr val="tx1"/>
              </a:solidFill>
              <a:effectLst/>
              <a:latin typeface="Times New Roman" panose="02020603050405020304" pitchFamily="18" charset="0"/>
              <a:ea typeface="Times New Roman" panose="02020603050405020304" pitchFamily="18" charset="0"/>
            </a:endParaRPr>
          </a:p>
          <a:p>
            <a:pPr>
              <a:spcBef>
                <a:spcPts val="10"/>
              </a:spcBef>
            </a:pPr>
            <a:r>
              <a:rPr lang="en-US" sz="1350" dirty="0">
                <a:solidFill>
                  <a:schemeClr val="tx1"/>
                </a:solidFill>
                <a:effectLst/>
                <a:latin typeface="Times New Roman" panose="02020603050405020304" pitchFamily="18" charset="0"/>
                <a:ea typeface="Times New Roman" panose="02020603050405020304" pitchFamily="18" charset="0"/>
              </a:rPr>
              <a:t> </a:t>
            </a:r>
            <a:endParaRPr lang="en-IN" sz="1200" dirty="0">
              <a:solidFill>
                <a:schemeClr val="tx1"/>
              </a:solidFill>
              <a:effectLst/>
              <a:latin typeface="Times New Roman" panose="02020603050405020304" pitchFamily="18" charset="0"/>
              <a:ea typeface="Times New Roman" panose="02020603050405020304" pitchFamily="18" charset="0"/>
            </a:endParaRPr>
          </a:p>
          <a:p>
            <a:pPr marL="742950" lvl="1" indent="-285750">
              <a:buSzPts val="1200"/>
              <a:buFont typeface="Times New Roman" panose="02020603050405020304" pitchFamily="18" charset="0"/>
              <a:buAutoNum type="arabicPeriod"/>
              <a:tabLst>
                <a:tab pos="977900" algn="l"/>
                <a:tab pos="978535" algn="l"/>
              </a:tabLst>
            </a:pPr>
            <a:r>
              <a:rPr lang="en-US" sz="1200" b="1" dirty="0">
                <a:solidFill>
                  <a:schemeClr val="tx1"/>
                </a:solidFill>
                <a:effectLst/>
                <a:latin typeface="Times New Roman" panose="02020603050405020304" pitchFamily="18" charset="0"/>
                <a:ea typeface="Times New Roman" panose="02020603050405020304" pitchFamily="18" charset="0"/>
              </a:rPr>
              <a:t>Module</a:t>
            </a:r>
            <a:r>
              <a:rPr lang="en-US" sz="1200" b="1" spc="-20"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3:</a:t>
            </a:r>
            <a:r>
              <a:rPr lang="en-US" sz="1200" b="1" spc="-10"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Creating</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Dashboard</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and</a:t>
            </a:r>
            <a:r>
              <a:rPr lang="en-US" sz="1200" b="1" spc="-30"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Visualizations in</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Tableau</a:t>
            </a:r>
            <a:endParaRPr lang="en-IN" sz="1200" b="1" dirty="0">
              <a:solidFill>
                <a:schemeClr val="tx1"/>
              </a:solidFill>
              <a:effectLst/>
              <a:latin typeface="Times New Roman" panose="02020603050405020304" pitchFamily="18" charset="0"/>
              <a:ea typeface="Times New Roman" panose="02020603050405020304" pitchFamily="18" charset="0"/>
            </a:endParaRPr>
          </a:p>
          <a:p>
            <a:pPr marL="521335" marR="863600" algn="just">
              <a:lnSpc>
                <a:spcPct val="115000"/>
              </a:lnSpc>
              <a:spcBef>
                <a:spcPts val="400"/>
              </a:spcBef>
              <a:spcAft>
                <a:spcPts val="0"/>
              </a:spcAft>
            </a:pPr>
            <a:br>
              <a:rPr lang="en-US" sz="1100" dirty="0">
                <a:solidFill>
                  <a:schemeClr val="tx1"/>
                </a:solidFill>
                <a:effectLst/>
                <a:latin typeface="Times New Roman" panose="02020603050405020304" pitchFamily="18" charset="0"/>
                <a:ea typeface="Times New Roman" panose="02020603050405020304" pitchFamily="18" charset="0"/>
              </a:rPr>
            </a:br>
            <a:r>
              <a:rPr lang="en-US" sz="1200" dirty="0">
                <a:solidFill>
                  <a:schemeClr val="tx1"/>
                </a:solidFill>
                <a:effectLst/>
                <a:latin typeface="Times New Roman" panose="02020603050405020304" pitchFamily="18" charset="0"/>
                <a:ea typeface="Times New Roman" panose="02020603050405020304" pitchFamily="18" charset="0"/>
              </a:rPr>
              <a:t>We</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then</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use</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Tableau</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to</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further</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Visualize</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the</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Dataset</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and</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create</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interactive</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Dashboards. We found Tableau to be an incredibly versatile and powerful tool for this</a:t>
            </a:r>
            <a:r>
              <a:rPr lang="en-US" sz="1200" spc="-28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purpose.</a:t>
            </a:r>
            <a:endParaRPr lang="en-IN" sz="1200" dirty="0">
              <a:solidFill>
                <a:schemeClr val="tx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0537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1" name="Google Shape;351;p28"/>
          <p:cNvSpPr txBox="1">
            <a:spLocks noGrp="1"/>
          </p:cNvSpPr>
          <p:nvPr>
            <p:ph type="title"/>
          </p:nvPr>
        </p:nvSpPr>
        <p:spPr>
          <a:xfrm>
            <a:off x="1005850" y="291084"/>
            <a:ext cx="7423200" cy="88231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highlight>
                  <a:srgbClr val="008080"/>
                </a:highlight>
              </a:rPr>
              <a:t>MODULES</a:t>
            </a:r>
            <a:br>
              <a:rPr lang="en-IN" dirty="0">
                <a:highlight>
                  <a:srgbClr val="008080"/>
                </a:highlight>
              </a:rPr>
            </a:br>
            <a:endParaRPr dirty="0">
              <a:highlight>
                <a:srgbClr val="008080"/>
              </a:highlight>
            </a:endParaRPr>
          </a:p>
        </p:txBody>
      </p:sp>
      <p:grpSp>
        <p:nvGrpSpPr>
          <p:cNvPr id="358" name="Google Shape;358;p28"/>
          <p:cNvGrpSpPr/>
          <p:nvPr/>
        </p:nvGrpSpPr>
        <p:grpSpPr>
          <a:xfrm>
            <a:off x="7841078" y="4291607"/>
            <a:ext cx="443148" cy="443148"/>
            <a:chOff x="2787725" y="238125"/>
            <a:chExt cx="513200" cy="513200"/>
          </a:xfrm>
        </p:grpSpPr>
        <p:sp>
          <p:nvSpPr>
            <p:cNvPr id="359" name="Google Shape;359;p28"/>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8"/>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8"/>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8"/>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 name="Google Shape;363;p28"/>
          <p:cNvSpPr/>
          <p:nvPr/>
        </p:nvSpPr>
        <p:spPr>
          <a:xfrm>
            <a:off x="3932000" y="446667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a:hlinkClick r:id="rId3" action="ppaction://hlinksldjump"/>
          </p:cNvPr>
          <p:cNvSpPr txBox="1"/>
          <p:nvPr/>
        </p:nvSpPr>
        <p:spPr>
          <a:xfrm>
            <a:off x="0" y="10048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01</a:t>
            </a:r>
            <a:endParaRPr sz="2000" b="1" u="sng">
              <a:solidFill>
                <a:schemeClr val="accent2"/>
              </a:solidFill>
              <a:latin typeface="Antonio"/>
              <a:ea typeface="Antonio"/>
              <a:cs typeface="Antonio"/>
              <a:sym typeface="Antonio"/>
            </a:endParaRPr>
          </a:p>
        </p:txBody>
      </p:sp>
      <p:sp>
        <p:nvSpPr>
          <p:cNvPr id="365" name="Google Shape;365;p28">
            <a:hlinkClick r:id="rId4" action="ppaction://hlinksldjump"/>
          </p:cNvPr>
          <p:cNvSpPr txBox="1"/>
          <p:nvPr/>
        </p:nvSpPr>
        <p:spPr>
          <a:xfrm>
            <a:off x="0" y="18835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02</a:t>
            </a:r>
            <a:endParaRPr sz="2000" b="1" u="sng">
              <a:solidFill>
                <a:schemeClr val="accent2"/>
              </a:solidFill>
              <a:latin typeface="Antonio"/>
              <a:ea typeface="Antonio"/>
              <a:cs typeface="Antonio"/>
              <a:sym typeface="Antonio"/>
            </a:endParaRPr>
          </a:p>
        </p:txBody>
      </p:sp>
      <p:sp>
        <p:nvSpPr>
          <p:cNvPr id="366" name="Google Shape;366;p28">
            <a:hlinkClick r:id="rId5" action="ppaction://hlinksldjump"/>
          </p:cNvPr>
          <p:cNvSpPr txBox="1"/>
          <p:nvPr/>
        </p:nvSpPr>
        <p:spPr>
          <a:xfrm>
            <a:off x="0" y="27622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03</a:t>
            </a:r>
            <a:endParaRPr sz="2000" b="1" u="sng">
              <a:solidFill>
                <a:schemeClr val="accent2"/>
              </a:solidFill>
              <a:latin typeface="Antonio"/>
              <a:ea typeface="Antonio"/>
              <a:cs typeface="Antonio"/>
              <a:sym typeface="Antonio"/>
            </a:endParaRPr>
          </a:p>
        </p:txBody>
      </p:sp>
      <p:sp>
        <p:nvSpPr>
          <p:cNvPr id="367" name="Google Shape;367;p28">
            <a:hlinkClick r:id="rId6" action="ppaction://hlinksldjump"/>
          </p:cNvPr>
          <p:cNvSpPr txBox="1"/>
          <p:nvPr/>
        </p:nvSpPr>
        <p:spPr>
          <a:xfrm>
            <a:off x="0" y="36409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04</a:t>
            </a:r>
            <a:endParaRPr sz="2000" b="1" u="sng">
              <a:solidFill>
                <a:schemeClr val="accent2"/>
              </a:solidFill>
              <a:latin typeface="Antonio"/>
              <a:ea typeface="Antonio"/>
              <a:cs typeface="Antonio"/>
              <a:sym typeface="Antonio"/>
            </a:endParaRPr>
          </a:p>
        </p:txBody>
      </p:sp>
      <p:sp>
        <p:nvSpPr>
          <p:cNvPr id="7" name="TextBox 6">
            <a:extLst>
              <a:ext uri="{FF2B5EF4-FFF2-40B4-BE49-F238E27FC236}">
                <a16:creationId xmlns:a16="http://schemas.microsoft.com/office/drawing/2014/main" id="{60F5D41D-B3A0-A7F2-9D35-D3F2DDE7BFCC}"/>
              </a:ext>
            </a:extLst>
          </p:cNvPr>
          <p:cNvSpPr txBox="1"/>
          <p:nvPr/>
        </p:nvSpPr>
        <p:spPr>
          <a:xfrm>
            <a:off x="719328" y="1426464"/>
            <a:ext cx="8241792" cy="3425952"/>
          </a:xfrm>
          <a:prstGeom prst="rect">
            <a:avLst/>
          </a:prstGeom>
          <a:noFill/>
        </p:spPr>
        <p:txBody>
          <a:bodyPr wrap="square" rtlCol="0">
            <a:spAutoFit/>
          </a:bodyPr>
          <a:lstStyle/>
          <a:p>
            <a:endParaRPr lang="en-IN" dirty="0"/>
          </a:p>
        </p:txBody>
      </p:sp>
      <p:sp>
        <p:nvSpPr>
          <p:cNvPr id="8" name="Rectangle 8">
            <a:extLst>
              <a:ext uri="{FF2B5EF4-FFF2-40B4-BE49-F238E27FC236}">
                <a16:creationId xmlns:a16="http://schemas.microsoft.com/office/drawing/2014/main" id="{72409312-9038-4304-CF43-CD32F07AE445}"/>
              </a:ext>
            </a:extLst>
          </p:cNvPr>
          <p:cNvSpPr>
            <a:spLocks noChangeArrowheads="1"/>
          </p:cNvSpPr>
          <p:nvPr/>
        </p:nvSpPr>
        <p:spPr bwMode="auto">
          <a:xfrm>
            <a:off x="-475487" y="960693"/>
            <a:ext cx="9405349"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7592" tIns="45720" rIns="91440" bIns="45720" numCol="1" anchor="ctr" anchorCtr="0" compatLnSpc="1">
            <a:prstTxWarp prst="textNoShape">
              <a:avLst/>
            </a:prstTxWarp>
            <a:spAutoFit/>
          </a:bodyPr>
          <a:lstStyle>
            <a:lvl1pPr indent="457200" eaLnBrk="0" fontAlgn="base" hangingPunct="0">
              <a:spcBef>
                <a:spcPct val="0"/>
              </a:spcBef>
              <a:spcAft>
                <a:spcPct val="0"/>
              </a:spcAft>
              <a:tabLst>
                <a:tab pos="1722438"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1722438"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1722438"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1722438"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1722438"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1722438"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1722438"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1722438"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1722438" algn="l"/>
              </a:tabLst>
              <a:defRPr>
                <a:solidFill>
                  <a:schemeClr val="tx1"/>
                </a:solidFill>
                <a:latin typeface="Arial" panose="020B0604020202020204" pitchFamily="34" charset="0"/>
              </a:defRPr>
            </a:lvl9pPr>
          </a:lstStyle>
          <a:p>
            <a:pPr>
              <a:buClrTx/>
            </a:pPr>
            <a:r>
              <a:rPr kumimoji="0" lang="en-US" altLang="en-US" sz="1200" b="1" i="0" u="none" strike="noStrike" cap="none" normalizeH="0" baseline="0" dirty="0">
                <a:ln>
                  <a:noFill/>
                </a:ln>
                <a:effectLst/>
                <a:latin typeface="Arial" panose="020B0604020202020204" pitchFamily="34" charset="0"/>
                <a:ea typeface="Times New Roman" panose="02020603050405020304" pitchFamily="18" charset="0"/>
              </a:rPr>
              <a:t>Module 4: Clustering and Recommendation Engine</a:t>
            </a:r>
          </a:p>
          <a:p>
            <a:pPr marL="0" marR="0" lvl="0" indent="457200" algn="l" defTabSz="914400" rtl="0" eaLnBrk="0" fontAlgn="base" latinLnBrk="0" hangingPunct="0">
              <a:lnSpc>
                <a:spcPct val="100000"/>
              </a:lnSpc>
              <a:spcBef>
                <a:spcPct val="0"/>
              </a:spcBef>
              <a:spcAft>
                <a:spcPct val="0"/>
              </a:spcAft>
              <a:buClrTx/>
              <a:buSzTx/>
              <a:buFontTx/>
              <a:buNone/>
              <a:tabLst>
                <a:tab pos="1722438" algn="l"/>
              </a:tabLst>
            </a:pPr>
            <a:endPar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We will use K-Means clustering to cluster similar data. We then append the cluster id generated to the combined dataset to facilitate the recommendation engine</a:t>
            </a:r>
            <a:endParaRPr kumimoji="0" lang="en-US" altLang="en-US" sz="600" b="0" i="0" u="none" strike="noStrike" cap="none" normalizeH="0" baseline="0" dirty="0">
              <a:ln>
                <a:noFill/>
              </a:ln>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1722438" algn="l"/>
              </a:tabLst>
            </a:pPr>
            <a:r>
              <a:rPr kumimoji="0" lang="en-US" altLang="en-US" sz="1200" b="1" i="0" u="none" strike="noStrike" cap="none" normalizeH="0" baseline="0" dirty="0">
                <a:ln>
                  <a:noFill/>
                </a:ln>
                <a:effectLst/>
                <a:latin typeface="Arial" panose="020B0604020202020204" pitchFamily="34" charset="0"/>
                <a:ea typeface="Times New Roman" panose="02020603050405020304" pitchFamily="18" charset="0"/>
              </a:rPr>
              <a:t>K-means</a:t>
            </a:r>
            <a:endParaRPr kumimoji="0" lang="en-US" altLang="en-US" sz="600" b="0" i="0" u="none" strike="noStrike" cap="none" normalizeH="0" baseline="0" dirty="0">
              <a:ln>
                <a:noFill/>
              </a:ln>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K-means algorithm is an iterative algorithm that tries to partition the dataset into </a:t>
            </a:r>
            <a:r>
              <a:rPr kumimoji="0" lang="en-US" altLang="en-US" sz="1200" b="0" i="1" u="none" strike="noStrike" cap="none" normalizeH="0" baseline="0" dirty="0">
                <a:ln>
                  <a:noFill/>
                </a:ln>
                <a:effectLst/>
                <a:latin typeface="Arial" panose="020B0604020202020204" pitchFamily="34" charset="0"/>
                <a:ea typeface="Times New Roman" panose="02020603050405020304" pitchFamily="18" charset="0"/>
              </a:rPr>
              <a:t>K </a:t>
            </a: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pre-defined distinct non-overlapping subgroups (clusters) where each data point belongs to only one group. It tries to make the intra-cluster data points as similar as possible while also keeping the clusters as different (far) as possible.</a:t>
            </a:r>
            <a:endParaRPr kumimoji="0" lang="en-US" altLang="en-US" sz="600" b="0" i="0" u="none" strike="noStrike" cap="none" normalizeH="0" baseline="0" dirty="0">
              <a:ln>
                <a:noFill/>
              </a:ln>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The way </a:t>
            </a:r>
            <a:r>
              <a:rPr kumimoji="0" lang="en-US" altLang="en-US" sz="1200" b="0" i="0" u="none" strike="noStrike" cap="none" normalizeH="0" baseline="0" dirty="0" err="1">
                <a:ln>
                  <a:noFill/>
                </a:ln>
                <a:effectLst/>
                <a:latin typeface="Arial" panose="020B0604020202020204" pitchFamily="34" charset="0"/>
                <a:ea typeface="Times New Roman" panose="02020603050405020304" pitchFamily="18" charset="0"/>
              </a:rPr>
              <a:t>kmeans</a:t>
            </a: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 algorithm works is as follows:</a:t>
            </a:r>
            <a:endParaRPr kumimoji="0" lang="en-US" altLang="en-US" sz="600" b="0" i="0" u="none" strike="noStrike" cap="none" normalizeH="0" baseline="0" dirty="0">
              <a:ln>
                <a:noFill/>
              </a:ln>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Pct val="100000"/>
              <a:buFontTx/>
              <a:buAutoNum type="arabicPeriod"/>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Specify number of clusters </a:t>
            </a:r>
            <a:r>
              <a:rPr kumimoji="0" lang="en-US" altLang="en-US" sz="1200" b="0" i="1" u="none" strike="noStrike" cap="none" normalizeH="0" baseline="0" dirty="0">
                <a:ln>
                  <a:noFill/>
                </a:ln>
                <a:effectLst/>
                <a:latin typeface="Arial" panose="020B0604020202020204" pitchFamily="34" charset="0"/>
                <a:ea typeface="Times New Roman" panose="02020603050405020304" pitchFamily="18" charset="0"/>
              </a:rPr>
              <a:t>K</a:t>
            </a: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a:t>
            </a:r>
            <a:endParaRPr kumimoji="0" lang="en-US" altLang="en-US" sz="600" b="0" i="0" u="none" strike="noStrike" cap="none" normalizeH="0" baseline="0" dirty="0">
              <a:ln>
                <a:noFill/>
              </a:ln>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Pct val="100000"/>
              <a:buFontTx/>
              <a:buAutoNum type="arabicPeriod"/>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Initialize centroids by first shuffling the dataset and then randomly selecting </a:t>
            </a:r>
            <a:r>
              <a:rPr kumimoji="0" lang="en-US" altLang="en-US" sz="1200" b="0" i="1" u="none" strike="noStrike" cap="none" normalizeH="0" baseline="0" dirty="0">
                <a:ln>
                  <a:noFill/>
                </a:ln>
                <a:effectLst/>
                <a:latin typeface="Arial" panose="020B0604020202020204" pitchFamily="34" charset="0"/>
                <a:ea typeface="Times New Roman" panose="02020603050405020304" pitchFamily="18" charset="0"/>
              </a:rPr>
              <a:t>K </a:t>
            </a: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data points for the centroids without replacement.</a:t>
            </a:r>
            <a:endParaRPr kumimoji="0" lang="en-US" altLang="en-US" sz="600" b="0" i="0" u="none" strike="noStrike" cap="none" normalizeH="0" baseline="0" dirty="0">
              <a:ln>
                <a:noFill/>
              </a:ln>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Pct val="100000"/>
              <a:buFontTx/>
              <a:buAutoNum type="arabicPeriod"/>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Keep iterating until there is no change to the centroids.</a:t>
            </a:r>
            <a:endParaRPr kumimoji="0" lang="en-US" altLang="en-US" sz="600" b="0" i="0" u="none" strike="noStrike" cap="none" normalizeH="0" baseline="0" dirty="0">
              <a:ln>
                <a:noFill/>
              </a:ln>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Pct val="100000"/>
              <a:buFontTx/>
              <a:buAutoNum type="arabicPeriod"/>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Compute the sum of the squared distance between data points and all centroids.</a:t>
            </a:r>
            <a:endParaRPr kumimoji="0" lang="en-US" altLang="en-US" sz="600" b="0" i="0" u="none" strike="noStrike" cap="none" normalizeH="0" baseline="0" dirty="0">
              <a:ln>
                <a:noFill/>
              </a:ln>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Pct val="100000"/>
              <a:buFontTx/>
              <a:buAutoNum type="arabicPeriod"/>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Assign each data point to the closest cluster (centroid).</a:t>
            </a:r>
            <a:endParaRPr kumimoji="0" lang="en-US" altLang="en-US" sz="600" b="0" i="0" u="none" strike="noStrike" cap="none" normalizeH="0" baseline="0" dirty="0">
              <a:ln>
                <a:noFill/>
              </a:ln>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Compute the centroids for the clusters by taking the average of the all- data points that belong to each cluster.</a:t>
            </a:r>
            <a:endParaRPr kumimoji="0" lang="en-US" altLang="en-US" sz="600" b="0" i="0" u="none" strike="noStrike" cap="none" normalizeH="0" baseline="0" dirty="0">
              <a:ln>
                <a:noFill/>
              </a:ln>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The objective function is:</a:t>
            </a:r>
          </a:p>
          <a:p>
            <a:pPr marL="0" marR="0" lvl="0" indent="457200" algn="l" defTabSz="914400" rtl="0" eaLnBrk="0" fontAlgn="base" latinLnBrk="0" hangingPunct="0">
              <a:lnSpc>
                <a:spcPct val="100000"/>
              </a:lnSpc>
              <a:spcBef>
                <a:spcPct val="0"/>
              </a:spcBef>
              <a:spcAft>
                <a:spcPct val="0"/>
              </a:spcAft>
              <a:buClrTx/>
              <a:buSzTx/>
              <a:buFontTx/>
              <a:buNone/>
              <a:tabLst>
                <a:tab pos="1722438" algn="l"/>
              </a:tabLst>
            </a:pPr>
            <a:endParaRPr kumimoji="0" lang="en-US" altLang="en-US" sz="600" b="0" i="0" u="none" strike="noStrike" cap="none" normalizeH="0" baseline="0" dirty="0">
              <a:ln>
                <a:noFill/>
              </a:ln>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1722438" algn="l"/>
              </a:tabLst>
            </a:pPr>
            <a:endParaRPr kumimoji="0" lang="en-US" altLang="en-US" sz="1800" b="0" i="0" u="none" strike="noStrike" cap="none" normalizeH="0" baseline="0" dirty="0">
              <a:ln>
                <a:noFill/>
              </a:ln>
              <a:effectLst/>
              <a:latin typeface="Arial" panose="020B0604020202020204" pitchFamily="34" charset="0"/>
            </a:endParaRPr>
          </a:p>
        </p:txBody>
      </p:sp>
      <p:sp>
        <p:nvSpPr>
          <p:cNvPr id="9" name="Rectangle 9">
            <a:extLst>
              <a:ext uri="{FF2B5EF4-FFF2-40B4-BE49-F238E27FC236}">
                <a16:creationId xmlns:a16="http://schemas.microsoft.com/office/drawing/2014/main" id="{430B4777-4F3D-7861-DFBA-97161F2154F7}"/>
              </a:ext>
            </a:extLst>
          </p:cNvPr>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 name="image3.jpeg">
            <a:extLst>
              <a:ext uri="{FF2B5EF4-FFF2-40B4-BE49-F238E27FC236}">
                <a16:creationId xmlns:a16="http://schemas.microsoft.com/office/drawing/2014/main" id="{08B2508A-2BBF-B335-8384-9B6E700186A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0369" y="4199851"/>
            <a:ext cx="1973262" cy="487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4970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1" name="Google Shape;351;p28"/>
          <p:cNvSpPr txBox="1">
            <a:spLocks noGrp="1"/>
          </p:cNvSpPr>
          <p:nvPr>
            <p:ph type="title"/>
          </p:nvPr>
        </p:nvSpPr>
        <p:spPr>
          <a:xfrm>
            <a:off x="1005850" y="291084"/>
            <a:ext cx="7423200" cy="882316"/>
          </a:xfrm>
          <a:prstGeom prst="rect">
            <a:avLst/>
          </a:prstGeom>
        </p:spPr>
        <p:txBody>
          <a:bodyPr spcFirstLastPara="1" wrap="square" lIns="91425" tIns="91425" rIns="91425" bIns="91425" anchor="t" anchorCtr="0">
            <a:noAutofit/>
          </a:bodyPr>
          <a:lstStyle/>
          <a:p>
            <a:r>
              <a:rPr lang="en-US" sz="3200" b="1" dirty="0">
                <a:solidFill>
                  <a:schemeClr val="tx1"/>
                </a:solidFill>
                <a:effectLst/>
                <a:highlight>
                  <a:srgbClr val="008080"/>
                </a:highlight>
                <a:latin typeface="Times New Roman" panose="02020603050405020304" pitchFamily="18" charset="0"/>
                <a:ea typeface="Times New Roman" panose="02020603050405020304" pitchFamily="18" charset="0"/>
              </a:rPr>
              <a:t>Recommendation</a:t>
            </a:r>
            <a:r>
              <a:rPr lang="en-US" sz="3200" b="1" spc="-10" dirty="0">
                <a:solidFill>
                  <a:schemeClr val="tx1"/>
                </a:solidFill>
                <a:effectLst/>
                <a:highlight>
                  <a:srgbClr val="008080"/>
                </a:highlight>
                <a:latin typeface="Times New Roman" panose="02020603050405020304" pitchFamily="18" charset="0"/>
                <a:ea typeface="Times New Roman" panose="02020603050405020304" pitchFamily="18" charset="0"/>
              </a:rPr>
              <a:t> </a:t>
            </a:r>
            <a:r>
              <a:rPr lang="en-US" sz="3200" b="1" dirty="0">
                <a:solidFill>
                  <a:schemeClr val="tx1"/>
                </a:solidFill>
                <a:effectLst/>
                <a:highlight>
                  <a:srgbClr val="008080"/>
                </a:highlight>
                <a:latin typeface="Times New Roman" panose="02020603050405020304" pitchFamily="18" charset="0"/>
                <a:ea typeface="Times New Roman" panose="02020603050405020304" pitchFamily="18" charset="0"/>
              </a:rPr>
              <a:t>Engine</a:t>
            </a:r>
            <a:br>
              <a:rPr lang="en-IN" sz="3200" dirty="0">
                <a:solidFill>
                  <a:schemeClr val="tx1"/>
                </a:solidFill>
                <a:effectLst/>
                <a:latin typeface="Times New Roman" panose="02020603050405020304" pitchFamily="18" charset="0"/>
                <a:ea typeface="Times New Roman" panose="02020603050405020304" pitchFamily="18" charset="0"/>
              </a:rPr>
            </a:br>
            <a:br>
              <a:rPr lang="en-IN" dirty="0">
                <a:highlight>
                  <a:srgbClr val="008080"/>
                </a:highlight>
              </a:rPr>
            </a:br>
            <a:endParaRPr dirty="0">
              <a:highlight>
                <a:srgbClr val="008080"/>
              </a:highlight>
            </a:endParaRPr>
          </a:p>
        </p:txBody>
      </p:sp>
      <p:grpSp>
        <p:nvGrpSpPr>
          <p:cNvPr id="358" name="Google Shape;358;p28"/>
          <p:cNvGrpSpPr/>
          <p:nvPr/>
        </p:nvGrpSpPr>
        <p:grpSpPr>
          <a:xfrm>
            <a:off x="7841078" y="4291607"/>
            <a:ext cx="443148" cy="443148"/>
            <a:chOff x="2787725" y="238125"/>
            <a:chExt cx="513200" cy="513200"/>
          </a:xfrm>
        </p:grpSpPr>
        <p:sp>
          <p:nvSpPr>
            <p:cNvPr id="359" name="Google Shape;359;p28"/>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8"/>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8"/>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8"/>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 name="Google Shape;363;p28"/>
          <p:cNvSpPr/>
          <p:nvPr/>
        </p:nvSpPr>
        <p:spPr>
          <a:xfrm>
            <a:off x="3932000" y="446667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a:hlinkClick r:id="rId3" action="ppaction://hlinksldjump"/>
          </p:cNvPr>
          <p:cNvSpPr txBox="1"/>
          <p:nvPr/>
        </p:nvSpPr>
        <p:spPr>
          <a:xfrm>
            <a:off x="0" y="10048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01</a:t>
            </a:r>
            <a:endParaRPr sz="2000" b="1" u="sng">
              <a:solidFill>
                <a:schemeClr val="accent2"/>
              </a:solidFill>
              <a:latin typeface="Antonio"/>
              <a:ea typeface="Antonio"/>
              <a:cs typeface="Antonio"/>
              <a:sym typeface="Antonio"/>
            </a:endParaRPr>
          </a:p>
        </p:txBody>
      </p:sp>
      <p:sp>
        <p:nvSpPr>
          <p:cNvPr id="365" name="Google Shape;365;p28">
            <a:hlinkClick r:id="rId4" action="ppaction://hlinksldjump"/>
          </p:cNvPr>
          <p:cNvSpPr txBox="1"/>
          <p:nvPr/>
        </p:nvSpPr>
        <p:spPr>
          <a:xfrm>
            <a:off x="0" y="18835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02</a:t>
            </a:r>
            <a:endParaRPr sz="2000" b="1" u="sng">
              <a:solidFill>
                <a:schemeClr val="accent2"/>
              </a:solidFill>
              <a:latin typeface="Antonio"/>
              <a:ea typeface="Antonio"/>
              <a:cs typeface="Antonio"/>
              <a:sym typeface="Antonio"/>
            </a:endParaRPr>
          </a:p>
        </p:txBody>
      </p:sp>
      <p:sp>
        <p:nvSpPr>
          <p:cNvPr id="366" name="Google Shape;366;p28">
            <a:hlinkClick r:id="rId5" action="ppaction://hlinksldjump"/>
          </p:cNvPr>
          <p:cNvSpPr txBox="1"/>
          <p:nvPr/>
        </p:nvSpPr>
        <p:spPr>
          <a:xfrm>
            <a:off x="0" y="27622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03</a:t>
            </a:r>
            <a:endParaRPr sz="2000" b="1" u="sng">
              <a:solidFill>
                <a:schemeClr val="accent2"/>
              </a:solidFill>
              <a:latin typeface="Antonio"/>
              <a:ea typeface="Antonio"/>
              <a:cs typeface="Antonio"/>
              <a:sym typeface="Antonio"/>
            </a:endParaRPr>
          </a:p>
        </p:txBody>
      </p:sp>
      <p:sp>
        <p:nvSpPr>
          <p:cNvPr id="367" name="Google Shape;367;p28">
            <a:hlinkClick r:id="rId6" action="ppaction://hlinksldjump"/>
          </p:cNvPr>
          <p:cNvSpPr txBox="1"/>
          <p:nvPr/>
        </p:nvSpPr>
        <p:spPr>
          <a:xfrm>
            <a:off x="0" y="36409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04</a:t>
            </a:r>
            <a:endParaRPr sz="2000" b="1" u="sng">
              <a:solidFill>
                <a:schemeClr val="accent2"/>
              </a:solidFill>
              <a:latin typeface="Antonio"/>
              <a:ea typeface="Antonio"/>
              <a:cs typeface="Antonio"/>
              <a:sym typeface="Antonio"/>
            </a:endParaRPr>
          </a:p>
        </p:txBody>
      </p:sp>
      <p:sp>
        <p:nvSpPr>
          <p:cNvPr id="7" name="TextBox 6">
            <a:extLst>
              <a:ext uri="{FF2B5EF4-FFF2-40B4-BE49-F238E27FC236}">
                <a16:creationId xmlns:a16="http://schemas.microsoft.com/office/drawing/2014/main" id="{60F5D41D-B3A0-A7F2-9D35-D3F2DDE7BFCC}"/>
              </a:ext>
            </a:extLst>
          </p:cNvPr>
          <p:cNvSpPr txBox="1"/>
          <p:nvPr/>
        </p:nvSpPr>
        <p:spPr>
          <a:xfrm>
            <a:off x="594300" y="914403"/>
            <a:ext cx="8366820" cy="3121367"/>
          </a:xfrm>
          <a:prstGeom prst="rect">
            <a:avLst/>
          </a:prstGeom>
          <a:noFill/>
        </p:spPr>
        <p:txBody>
          <a:bodyPr wrap="square" rtlCol="0">
            <a:spAutoFit/>
          </a:bodyPr>
          <a:lstStyle/>
          <a:p>
            <a:pPr>
              <a:spcBef>
                <a:spcPts val="15"/>
              </a:spcBef>
            </a:pPr>
            <a:r>
              <a:rPr lang="en-US" sz="1800" b="1" dirty="0">
                <a:solidFill>
                  <a:schemeClr val="tx1"/>
                </a:solidFill>
                <a:effectLst/>
                <a:latin typeface="Times New Roman" panose="02020603050405020304" pitchFamily="18" charset="0"/>
                <a:ea typeface="Times New Roman" panose="02020603050405020304" pitchFamily="18" charset="0"/>
              </a:rPr>
              <a:t> </a:t>
            </a:r>
            <a:endParaRPr lang="en-IN" sz="1800" dirty="0">
              <a:solidFill>
                <a:schemeClr val="tx1"/>
              </a:solidFill>
              <a:effectLst/>
              <a:latin typeface="Times New Roman" panose="02020603050405020304" pitchFamily="18" charset="0"/>
              <a:ea typeface="Times New Roman" panose="02020603050405020304" pitchFamily="18" charset="0"/>
            </a:endParaRPr>
          </a:p>
          <a:p>
            <a:pPr marL="978535" marR="866140" algn="just">
              <a:lnSpc>
                <a:spcPct val="115000"/>
              </a:lnSpc>
              <a:spcAft>
                <a:spcPts val="0"/>
              </a:spcAft>
            </a:pPr>
            <a:r>
              <a:rPr lang="en-US" sz="1800" dirty="0">
                <a:solidFill>
                  <a:schemeClr val="tx1"/>
                </a:solidFill>
                <a:effectLst/>
                <a:latin typeface="Times New Roman" panose="02020603050405020304" pitchFamily="18" charset="0"/>
                <a:ea typeface="Times New Roman" panose="02020603050405020304" pitchFamily="18" charset="0"/>
              </a:rPr>
              <a:t>The recommendation Engine takes a Movie or Show Title as an input. It then</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finds the cluster id of that entry. It uses the cluster id to reduce the search</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space.</a:t>
            </a:r>
            <a:endParaRPr lang="en-IN" sz="1800" dirty="0">
              <a:solidFill>
                <a:schemeClr val="tx1"/>
              </a:solidFill>
              <a:effectLst/>
              <a:latin typeface="Times New Roman" panose="02020603050405020304" pitchFamily="18" charset="0"/>
              <a:ea typeface="Times New Roman" panose="02020603050405020304" pitchFamily="18" charset="0"/>
            </a:endParaRPr>
          </a:p>
          <a:p>
            <a:pPr>
              <a:spcBef>
                <a:spcPts val="15"/>
              </a:spcBef>
            </a:pPr>
            <a:r>
              <a:rPr lang="en-US" sz="1800" dirty="0">
                <a:solidFill>
                  <a:schemeClr val="tx1"/>
                </a:solidFill>
                <a:effectLst/>
                <a:latin typeface="Times New Roman" panose="02020603050405020304" pitchFamily="18" charset="0"/>
                <a:ea typeface="Times New Roman" panose="02020603050405020304" pitchFamily="18" charset="0"/>
              </a:rPr>
              <a:t> </a:t>
            </a:r>
            <a:endParaRPr lang="en-IN" sz="1800" dirty="0">
              <a:solidFill>
                <a:schemeClr val="tx1"/>
              </a:solidFill>
              <a:effectLst/>
              <a:latin typeface="Times New Roman" panose="02020603050405020304" pitchFamily="18" charset="0"/>
              <a:ea typeface="Times New Roman" panose="02020603050405020304" pitchFamily="18" charset="0"/>
            </a:endParaRPr>
          </a:p>
          <a:p>
            <a:pPr marL="978535" marR="869315" algn="just">
              <a:lnSpc>
                <a:spcPct val="115000"/>
              </a:lnSpc>
              <a:spcAft>
                <a:spcPts val="0"/>
              </a:spcAft>
            </a:pPr>
            <a:r>
              <a:rPr lang="en-US" sz="1800" dirty="0">
                <a:solidFill>
                  <a:schemeClr val="tx1"/>
                </a:solidFill>
                <a:effectLst/>
                <a:latin typeface="Times New Roman" panose="02020603050405020304" pitchFamily="18" charset="0"/>
                <a:ea typeface="Times New Roman" panose="02020603050405020304" pitchFamily="18" charset="0"/>
              </a:rPr>
              <a:t>Now it runs a text similarity check between the description of entered show or</a:t>
            </a:r>
            <a:r>
              <a:rPr lang="en-US" sz="1800" spc="-28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movie</a:t>
            </a:r>
            <a:r>
              <a:rPr lang="en-US" sz="1800" spc="-1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to find similar content</a:t>
            </a:r>
            <a:r>
              <a:rPr lang="en-US" sz="1800" spc="-1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from</a:t>
            </a:r>
            <a:r>
              <a:rPr lang="en-US" sz="1800" spc="-10"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that</a:t>
            </a:r>
            <a:r>
              <a:rPr lang="en-US" sz="1800" spc="-10"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cluster.</a:t>
            </a:r>
            <a:endParaRPr lang="en-IN" sz="1800" dirty="0">
              <a:solidFill>
                <a:schemeClr val="tx1"/>
              </a:solidFill>
              <a:effectLst/>
              <a:latin typeface="Times New Roman" panose="02020603050405020304" pitchFamily="18" charset="0"/>
              <a:ea typeface="Times New Roman" panose="02020603050405020304" pitchFamily="18" charset="0"/>
            </a:endParaRPr>
          </a:p>
          <a:p>
            <a:pPr marL="957580" marR="860425" algn="ctr">
              <a:spcBef>
                <a:spcPts val="400"/>
              </a:spcBef>
              <a:spcAft>
                <a:spcPts val="0"/>
              </a:spcAft>
            </a:pPr>
            <a:br>
              <a:rPr lang="en-US" sz="1800" dirty="0">
                <a:solidFill>
                  <a:schemeClr val="tx1"/>
                </a:solidFill>
                <a:effectLst/>
                <a:latin typeface="Times New Roman" panose="02020603050405020304" pitchFamily="18" charset="0"/>
                <a:ea typeface="Times New Roman" panose="02020603050405020304" pitchFamily="18" charset="0"/>
              </a:rPr>
            </a:br>
            <a:r>
              <a:rPr lang="en-US" sz="1800" dirty="0">
                <a:solidFill>
                  <a:schemeClr val="tx1"/>
                </a:solidFill>
                <a:effectLst/>
                <a:latin typeface="Times New Roman" panose="02020603050405020304" pitchFamily="18" charset="0"/>
                <a:ea typeface="Times New Roman" panose="02020603050405020304" pitchFamily="18" charset="0"/>
              </a:rPr>
              <a:t>Thus,</a:t>
            </a:r>
            <a:r>
              <a:rPr lang="en-US" sz="1800" spc="-10"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using</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K-Means</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and</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Text</a:t>
            </a:r>
            <a:r>
              <a:rPr lang="en-US" sz="1800" spc="-20"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Similarity,</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it</a:t>
            </a:r>
            <a:r>
              <a:rPr lang="en-US" sz="1800" spc="-1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achieves</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fast</a:t>
            </a:r>
            <a:r>
              <a:rPr lang="en-US" sz="1800" spc="-1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and</a:t>
            </a:r>
            <a:r>
              <a:rPr lang="en-US" sz="1800" spc="-10"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accurate</a:t>
            </a:r>
            <a:r>
              <a:rPr lang="en-US" sz="1800" spc="-1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results.</a:t>
            </a:r>
            <a:endParaRPr lang="en-IN" sz="1800" dirty="0">
              <a:solidFill>
                <a:schemeClr val="tx1"/>
              </a:solidFill>
              <a:effectLst/>
              <a:latin typeface="Times New Roman" panose="02020603050405020304" pitchFamily="18" charset="0"/>
              <a:ea typeface="Times New Roman" panose="02020603050405020304" pitchFamily="18" charset="0"/>
            </a:endParaRPr>
          </a:p>
        </p:txBody>
      </p:sp>
      <p:sp>
        <p:nvSpPr>
          <p:cNvPr id="9" name="Rectangle 9">
            <a:extLst>
              <a:ext uri="{FF2B5EF4-FFF2-40B4-BE49-F238E27FC236}">
                <a16:creationId xmlns:a16="http://schemas.microsoft.com/office/drawing/2014/main" id="{430B4777-4F3D-7861-DFBA-97161F2154F7}"/>
              </a:ext>
            </a:extLst>
          </p:cNvPr>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8349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5C5AB-C71F-A09B-5809-33ACD8587C5B}"/>
              </a:ext>
            </a:extLst>
          </p:cNvPr>
          <p:cNvSpPr>
            <a:spLocks noGrp="1"/>
          </p:cNvSpPr>
          <p:nvPr>
            <p:ph type="title"/>
          </p:nvPr>
        </p:nvSpPr>
        <p:spPr>
          <a:xfrm>
            <a:off x="658368" y="256032"/>
            <a:ext cx="7770682" cy="573024"/>
          </a:xfrm>
        </p:spPr>
        <p:txBody>
          <a:bodyPr/>
          <a:lstStyle/>
          <a:p>
            <a:r>
              <a:rPr lang="en-IN" dirty="0">
                <a:highlight>
                  <a:srgbClr val="008080"/>
                </a:highlight>
              </a:rPr>
              <a:t>PERFORMANCE METRICS</a:t>
            </a:r>
          </a:p>
        </p:txBody>
      </p:sp>
      <p:pic>
        <p:nvPicPr>
          <p:cNvPr id="5" name="Picture 4">
            <a:extLst>
              <a:ext uri="{FF2B5EF4-FFF2-40B4-BE49-F238E27FC236}">
                <a16:creationId xmlns:a16="http://schemas.microsoft.com/office/drawing/2014/main" id="{717D685C-E70E-E93E-16E7-D9DF52D4C74C}"/>
              </a:ext>
            </a:extLst>
          </p:cNvPr>
          <p:cNvPicPr>
            <a:picLocks noChangeAspect="1"/>
          </p:cNvPicPr>
          <p:nvPr/>
        </p:nvPicPr>
        <p:blipFill>
          <a:blip r:embed="rId2"/>
          <a:stretch>
            <a:fillRect/>
          </a:stretch>
        </p:blipFill>
        <p:spPr>
          <a:xfrm>
            <a:off x="6057861" y="2367415"/>
            <a:ext cx="3017782" cy="2751058"/>
          </a:xfrm>
          <a:prstGeom prst="rect">
            <a:avLst/>
          </a:prstGeom>
        </p:spPr>
      </p:pic>
      <p:pic>
        <p:nvPicPr>
          <p:cNvPr id="8" name="Picture 7">
            <a:extLst>
              <a:ext uri="{FF2B5EF4-FFF2-40B4-BE49-F238E27FC236}">
                <a16:creationId xmlns:a16="http://schemas.microsoft.com/office/drawing/2014/main" id="{230489F7-E6B8-FA4C-4A1D-AEF8B8A66467}"/>
              </a:ext>
            </a:extLst>
          </p:cNvPr>
          <p:cNvPicPr>
            <a:picLocks noChangeAspect="1"/>
          </p:cNvPicPr>
          <p:nvPr/>
        </p:nvPicPr>
        <p:blipFill>
          <a:blip r:embed="rId3"/>
          <a:stretch>
            <a:fillRect/>
          </a:stretch>
        </p:blipFill>
        <p:spPr>
          <a:xfrm>
            <a:off x="812020" y="2367506"/>
            <a:ext cx="5102090" cy="2726583"/>
          </a:xfrm>
          <a:prstGeom prst="rect">
            <a:avLst/>
          </a:prstGeom>
        </p:spPr>
      </p:pic>
      <p:sp>
        <p:nvSpPr>
          <p:cNvPr id="10" name="TextBox 9">
            <a:extLst>
              <a:ext uri="{FF2B5EF4-FFF2-40B4-BE49-F238E27FC236}">
                <a16:creationId xmlns:a16="http://schemas.microsoft.com/office/drawing/2014/main" id="{E0DDA2FA-7226-6943-D81F-E33BB7BC4C9F}"/>
              </a:ext>
            </a:extLst>
          </p:cNvPr>
          <p:cNvSpPr txBox="1"/>
          <p:nvPr/>
        </p:nvSpPr>
        <p:spPr>
          <a:xfrm>
            <a:off x="658368" y="971574"/>
            <a:ext cx="7473696" cy="1384995"/>
          </a:xfrm>
          <a:prstGeom prst="rect">
            <a:avLst/>
          </a:prstGeom>
          <a:noFill/>
        </p:spPr>
        <p:txBody>
          <a:bodyPr wrap="square" rtlCol="0">
            <a:spAutoFit/>
          </a:bodyPr>
          <a:lstStyle/>
          <a:p>
            <a:r>
              <a:rPr lang="en-US" dirty="0">
                <a:solidFill>
                  <a:schemeClr val="tx1"/>
                </a:solidFill>
              </a:rPr>
              <a:t>According to many researches, we come to know that for evaluating performance of a movie recommendation system only accuracy is not the criteria but we should also consider other important parameters. Recommendation quality is also equally significant metric. Performance Evaluation Metrics can be divided into two parts :</a:t>
            </a:r>
          </a:p>
          <a:p>
            <a:r>
              <a:rPr lang="en-US" dirty="0">
                <a:solidFill>
                  <a:schemeClr val="tx1"/>
                </a:solidFill>
              </a:rPr>
              <a:t>  Evaluation Metrics based on the recommendation algorithm </a:t>
            </a:r>
          </a:p>
          <a:p>
            <a:r>
              <a:rPr lang="en-US" dirty="0">
                <a:solidFill>
                  <a:schemeClr val="tx1"/>
                </a:solidFill>
              </a:rPr>
              <a:t> Evaluation Metrics independent from the recommendation algorithm</a:t>
            </a:r>
            <a:endParaRPr lang="en-IN" dirty="0">
              <a:solidFill>
                <a:schemeClr val="tx1"/>
              </a:solidFill>
            </a:endParaRPr>
          </a:p>
        </p:txBody>
      </p:sp>
    </p:spTree>
    <p:extLst>
      <p:ext uri="{BB962C8B-B14F-4D97-AF65-F5344CB8AC3E}">
        <p14:creationId xmlns:p14="http://schemas.microsoft.com/office/powerpoint/2010/main" val="746352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5C5AB-C71F-A09B-5809-33ACD8587C5B}"/>
              </a:ext>
            </a:extLst>
          </p:cNvPr>
          <p:cNvSpPr>
            <a:spLocks noGrp="1"/>
          </p:cNvSpPr>
          <p:nvPr>
            <p:ph type="title"/>
          </p:nvPr>
        </p:nvSpPr>
        <p:spPr>
          <a:xfrm>
            <a:off x="658368" y="256032"/>
            <a:ext cx="7770682" cy="573024"/>
          </a:xfrm>
        </p:spPr>
        <p:txBody>
          <a:bodyPr/>
          <a:lstStyle/>
          <a:p>
            <a:r>
              <a:rPr lang="en-IN" dirty="0">
                <a:highlight>
                  <a:srgbClr val="008080"/>
                </a:highlight>
              </a:rPr>
              <a:t>PERFORMANCE METRICS</a:t>
            </a:r>
          </a:p>
        </p:txBody>
      </p:sp>
      <p:pic>
        <p:nvPicPr>
          <p:cNvPr id="4" name="Picture 3">
            <a:extLst>
              <a:ext uri="{FF2B5EF4-FFF2-40B4-BE49-F238E27FC236}">
                <a16:creationId xmlns:a16="http://schemas.microsoft.com/office/drawing/2014/main" id="{0D4D9CDA-12CC-00CB-A1C1-A63D863C63C5}"/>
              </a:ext>
            </a:extLst>
          </p:cNvPr>
          <p:cNvPicPr>
            <a:picLocks noChangeAspect="1"/>
          </p:cNvPicPr>
          <p:nvPr/>
        </p:nvPicPr>
        <p:blipFill>
          <a:blip r:embed="rId2"/>
          <a:stretch>
            <a:fillRect/>
          </a:stretch>
        </p:blipFill>
        <p:spPr>
          <a:xfrm>
            <a:off x="907255" y="916566"/>
            <a:ext cx="6622354" cy="2773920"/>
          </a:xfrm>
          <a:prstGeom prst="rect">
            <a:avLst/>
          </a:prstGeom>
        </p:spPr>
      </p:pic>
    </p:spTree>
    <p:extLst>
      <p:ext uri="{BB962C8B-B14F-4D97-AF65-F5344CB8AC3E}">
        <p14:creationId xmlns:p14="http://schemas.microsoft.com/office/powerpoint/2010/main" val="1925784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05850" y="250672"/>
            <a:ext cx="7423200" cy="66563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351828" y="732057"/>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031875" y="1954695"/>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0" y="10048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0" y="18835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0" y="27622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0" y="36409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2" name="TextBox 1">
            <a:extLst>
              <a:ext uri="{FF2B5EF4-FFF2-40B4-BE49-F238E27FC236}">
                <a16:creationId xmlns:a16="http://schemas.microsoft.com/office/drawing/2014/main" id="{1391C3DF-3E2E-A7C2-1DCB-C955E6483CC6}"/>
              </a:ext>
            </a:extLst>
          </p:cNvPr>
          <p:cNvSpPr txBox="1"/>
          <p:nvPr/>
        </p:nvSpPr>
        <p:spPr>
          <a:xfrm>
            <a:off x="592358" y="732057"/>
            <a:ext cx="8297491" cy="1347613"/>
          </a:xfrm>
          <a:prstGeom prst="rect">
            <a:avLst/>
          </a:prstGeom>
          <a:noFill/>
        </p:spPr>
        <p:txBody>
          <a:bodyPr wrap="square" rtlCol="0">
            <a:spAutoFit/>
          </a:bodyPr>
          <a:lstStyle/>
          <a:p>
            <a:pPr marL="457200" lvl="1">
              <a:spcBef>
                <a:spcPts val="5"/>
              </a:spcBef>
              <a:spcAft>
                <a:spcPts val="0"/>
              </a:spcAft>
              <a:tabLst>
                <a:tab pos="292735" algn="l"/>
              </a:tabLst>
            </a:pPr>
            <a:r>
              <a:rPr lang="en-US" sz="1200" b="1" dirty="0">
                <a:solidFill>
                  <a:schemeClr val="tx1"/>
                </a:solidFill>
                <a:effectLst/>
                <a:uFill>
                  <a:solidFill>
                    <a:srgbClr val="000000"/>
                  </a:solidFill>
                </a:uFill>
                <a:latin typeface="Times New Roman" panose="02020603050405020304" pitchFamily="18" charset="0"/>
                <a:ea typeface="Times New Roman" panose="02020603050405020304" pitchFamily="18" charset="0"/>
              </a:rPr>
              <a:t>1  First</a:t>
            </a:r>
            <a:r>
              <a:rPr lang="en-US" sz="1200" b="1" spc="-5" dirty="0">
                <a:solidFill>
                  <a:schemeClr val="tx1"/>
                </a:solidFill>
                <a:effectLst/>
                <a:uFill>
                  <a:solidFill>
                    <a:srgbClr val="000000"/>
                  </a:solidFill>
                </a:uFill>
                <a:latin typeface="Times New Roman" panose="02020603050405020304" pitchFamily="18" charset="0"/>
                <a:ea typeface="Times New Roman" panose="02020603050405020304" pitchFamily="18" charset="0"/>
              </a:rPr>
              <a:t> </a:t>
            </a:r>
            <a:r>
              <a:rPr lang="en-US" sz="1200" b="1" dirty="0">
                <a:solidFill>
                  <a:schemeClr val="tx1"/>
                </a:solidFill>
                <a:effectLst/>
                <a:uFill>
                  <a:solidFill>
                    <a:srgbClr val="000000"/>
                  </a:solidFill>
                </a:uFill>
                <a:latin typeface="Times New Roman" panose="02020603050405020304" pitchFamily="18" charset="0"/>
                <a:ea typeface="Times New Roman" panose="02020603050405020304" pitchFamily="18" charset="0"/>
              </a:rPr>
              <a:t>we</a:t>
            </a:r>
            <a:r>
              <a:rPr lang="en-US" sz="1200" b="1" spc="-15" dirty="0">
                <a:solidFill>
                  <a:schemeClr val="tx1"/>
                </a:solidFill>
                <a:effectLst/>
                <a:uFill>
                  <a:solidFill>
                    <a:srgbClr val="000000"/>
                  </a:solidFill>
                </a:uFill>
                <a:latin typeface="Times New Roman" panose="02020603050405020304" pitchFamily="18" charset="0"/>
                <a:ea typeface="Times New Roman" panose="02020603050405020304" pitchFamily="18" charset="0"/>
              </a:rPr>
              <a:t> </a:t>
            </a:r>
            <a:r>
              <a:rPr lang="en-US" sz="1200" b="1" dirty="0">
                <a:solidFill>
                  <a:schemeClr val="tx1"/>
                </a:solidFill>
                <a:effectLst/>
                <a:uFill>
                  <a:solidFill>
                    <a:srgbClr val="000000"/>
                  </a:solidFill>
                </a:uFill>
                <a:latin typeface="Times New Roman" panose="02020603050405020304" pitchFamily="18" charset="0"/>
                <a:ea typeface="Times New Roman" panose="02020603050405020304" pitchFamily="18" charset="0"/>
              </a:rPr>
              <a:t>import</a:t>
            </a:r>
            <a:r>
              <a:rPr lang="en-US" sz="1200" b="1" spc="-5" dirty="0">
                <a:solidFill>
                  <a:schemeClr val="tx1"/>
                </a:solidFill>
                <a:effectLst/>
                <a:uFill>
                  <a:solidFill>
                    <a:srgbClr val="000000"/>
                  </a:solidFill>
                </a:uFill>
                <a:latin typeface="Times New Roman" panose="02020603050405020304" pitchFamily="18" charset="0"/>
                <a:ea typeface="Times New Roman" panose="02020603050405020304" pitchFamily="18" charset="0"/>
              </a:rPr>
              <a:t> </a:t>
            </a:r>
            <a:r>
              <a:rPr lang="en-US" sz="1200" b="1" dirty="0">
                <a:solidFill>
                  <a:schemeClr val="tx1"/>
                </a:solidFill>
                <a:effectLst/>
                <a:uFill>
                  <a:solidFill>
                    <a:srgbClr val="000000"/>
                  </a:solidFill>
                </a:uFill>
                <a:latin typeface="Times New Roman" panose="02020603050405020304" pitchFamily="18" charset="0"/>
                <a:ea typeface="Times New Roman" panose="02020603050405020304" pitchFamily="18" charset="0"/>
              </a:rPr>
              <a:t>modules</a:t>
            </a:r>
            <a:r>
              <a:rPr lang="en-US" sz="1200" b="1" spc="5" dirty="0">
                <a:solidFill>
                  <a:schemeClr val="tx1"/>
                </a:solidFill>
                <a:effectLst/>
                <a:uFill>
                  <a:solidFill>
                    <a:srgbClr val="000000"/>
                  </a:solidFill>
                </a:uFill>
                <a:latin typeface="Times New Roman" panose="02020603050405020304" pitchFamily="18" charset="0"/>
                <a:ea typeface="Times New Roman" panose="02020603050405020304" pitchFamily="18" charset="0"/>
              </a:rPr>
              <a:t> </a:t>
            </a:r>
            <a:r>
              <a:rPr lang="en-US" sz="1200" b="1" dirty="0">
                <a:solidFill>
                  <a:schemeClr val="tx1"/>
                </a:solidFill>
                <a:effectLst/>
                <a:uFill>
                  <a:solidFill>
                    <a:srgbClr val="000000"/>
                  </a:solidFill>
                </a:uFill>
                <a:latin typeface="Times New Roman" panose="02020603050405020304" pitchFamily="18" charset="0"/>
                <a:ea typeface="Times New Roman" panose="02020603050405020304" pitchFamily="18" charset="0"/>
              </a:rPr>
              <a:t>and datasets.</a:t>
            </a:r>
            <a:endParaRPr lang="en-IN" sz="1100" dirty="0">
              <a:solidFill>
                <a:schemeClr val="tx1"/>
              </a:solidFill>
              <a:effectLst/>
              <a:uFill>
                <a:solidFill>
                  <a:srgbClr val="000000"/>
                </a:solidFill>
              </a:uFill>
              <a:latin typeface="Times New Roman" panose="02020603050405020304" pitchFamily="18" charset="0"/>
              <a:ea typeface="Times New Roman" panose="02020603050405020304" pitchFamily="18" charset="0"/>
            </a:endParaRPr>
          </a:p>
          <a:p>
            <a:pPr>
              <a:spcBef>
                <a:spcPts val="55"/>
              </a:spcBef>
            </a:pPr>
            <a:r>
              <a:rPr lang="en-US" sz="1100" b="1" dirty="0">
                <a:solidFill>
                  <a:schemeClr val="tx1"/>
                </a:solidFill>
                <a:effectLst/>
                <a:latin typeface="Times New Roman" panose="02020603050405020304" pitchFamily="18" charset="0"/>
                <a:ea typeface="Times New Roman" panose="02020603050405020304" pitchFamily="18" charset="0"/>
              </a:rPr>
              <a:t> </a:t>
            </a:r>
            <a:endParaRPr lang="en-IN" sz="1200" dirty="0">
              <a:solidFill>
                <a:schemeClr val="tx1"/>
              </a:solidFill>
              <a:effectLst/>
              <a:latin typeface="Times New Roman" panose="02020603050405020304" pitchFamily="18" charset="0"/>
              <a:ea typeface="Times New Roman" panose="02020603050405020304" pitchFamily="18" charset="0"/>
            </a:endParaRPr>
          </a:p>
          <a:p>
            <a:pPr marL="978535">
              <a:spcBef>
                <a:spcPts val="450"/>
              </a:spcBef>
            </a:pPr>
            <a:r>
              <a:rPr lang="en-US" sz="1200" b="1" dirty="0">
                <a:solidFill>
                  <a:schemeClr val="tx1"/>
                </a:solidFill>
                <a:effectLst/>
                <a:latin typeface="Times New Roman" panose="02020603050405020304" pitchFamily="18" charset="0"/>
                <a:ea typeface="Times New Roman" panose="02020603050405020304" pitchFamily="18" charset="0"/>
              </a:rPr>
              <a:t>Importing</a:t>
            </a:r>
            <a:r>
              <a:rPr lang="en-US" sz="1200" b="1" spc="-10"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all</a:t>
            </a:r>
            <a:r>
              <a:rPr lang="en-US" sz="1200" b="1" spc="-1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the</a:t>
            </a:r>
            <a:r>
              <a:rPr lang="en-US" sz="1200" b="1" spc="-20"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libraries and</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modules</a:t>
            </a:r>
            <a:endParaRPr lang="en-IN" sz="1200" b="1" dirty="0">
              <a:solidFill>
                <a:schemeClr val="tx1"/>
              </a:solidFill>
              <a:effectLst/>
              <a:latin typeface="Times New Roman" panose="02020603050405020304" pitchFamily="18" charset="0"/>
              <a:ea typeface="Times New Roman" panose="02020603050405020304" pitchFamily="18" charset="0"/>
            </a:endParaRPr>
          </a:p>
          <a:p>
            <a:pPr>
              <a:spcBef>
                <a:spcPts val="10"/>
              </a:spcBef>
            </a:pPr>
            <a:r>
              <a:rPr lang="en-US" sz="1550" b="1" dirty="0">
                <a:solidFill>
                  <a:schemeClr val="tx1"/>
                </a:solidFill>
                <a:effectLst/>
                <a:latin typeface="Times New Roman" panose="02020603050405020304" pitchFamily="18" charset="0"/>
                <a:ea typeface="Times New Roman" panose="02020603050405020304" pitchFamily="18" charset="0"/>
              </a:rPr>
              <a:t> </a:t>
            </a:r>
            <a:endParaRPr lang="en-IN" sz="1200" dirty="0">
              <a:solidFill>
                <a:schemeClr val="tx1"/>
              </a:solidFill>
              <a:effectLst/>
              <a:latin typeface="Times New Roman" panose="02020603050405020304" pitchFamily="18" charset="0"/>
              <a:ea typeface="Times New Roman" panose="02020603050405020304" pitchFamily="18" charset="0"/>
            </a:endParaRPr>
          </a:p>
          <a:p>
            <a:pPr marL="63500" marR="775335">
              <a:lnSpc>
                <a:spcPct val="113000"/>
              </a:lnSpc>
              <a:spcAft>
                <a:spcPts val="0"/>
              </a:spcAft>
            </a:pPr>
            <a:r>
              <a:rPr lang="en-US" sz="1200" dirty="0">
                <a:solidFill>
                  <a:schemeClr val="tx1"/>
                </a:solidFill>
                <a:effectLst/>
                <a:latin typeface="Times New Roman" panose="02020603050405020304" pitchFamily="18" charset="0"/>
                <a:ea typeface="Times New Roman" panose="02020603050405020304" pitchFamily="18" charset="0"/>
              </a:rPr>
              <a:t>First</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import the libraries</a:t>
            </a:r>
            <a:r>
              <a:rPr lang="en-US" sz="1200" spc="1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to</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better</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analyze the data</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set.</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Here matplotlib</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and</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err="1">
                <a:solidFill>
                  <a:schemeClr val="tx1"/>
                </a:solidFill>
                <a:effectLst/>
                <a:latin typeface="Times New Roman" panose="02020603050405020304" pitchFamily="18" charset="0"/>
                <a:ea typeface="Times New Roman" panose="02020603050405020304" pitchFamily="18" charset="0"/>
              </a:rPr>
              <a:t>plotly</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are used</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for</a:t>
            </a:r>
            <a:r>
              <a:rPr lang="en-US" sz="1200" spc="-28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visualization</a:t>
            </a:r>
            <a:r>
              <a:rPr lang="en-US" sz="1200" spc="1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and word cloud.</a:t>
            </a:r>
            <a:endParaRPr lang="en-IN" sz="1200" dirty="0">
              <a:solidFill>
                <a:schemeClr val="tx1"/>
              </a:solidFill>
              <a:effectLst/>
              <a:latin typeface="Times New Roman" panose="02020603050405020304" pitchFamily="18" charset="0"/>
              <a:ea typeface="Times New Roman" panose="02020603050405020304" pitchFamily="18" charset="0"/>
            </a:endParaRPr>
          </a:p>
        </p:txBody>
      </p:sp>
      <p:pic>
        <p:nvPicPr>
          <p:cNvPr id="3" name="image4.jpeg">
            <a:extLst>
              <a:ext uri="{FF2B5EF4-FFF2-40B4-BE49-F238E27FC236}">
                <a16:creationId xmlns:a16="http://schemas.microsoft.com/office/drawing/2014/main" id="{D31F13DE-C8B4-4E5B-23E8-3D64C7673F03}"/>
              </a:ext>
            </a:extLst>
          </p:cNvPr>
          <p:cNvPicPr>
            <a:picLocks noChangeAspect="1"/>
          </p:cNvPicPr>
          <p:nvPr/>
        </p:nvPicPr>
        <p:blipFill>
          <a:blip r:embed="rId7" cstate="print"/>
          <a:stretch>
            <a:fillRect/>
          </a:stretch>
        </p:blipFill>
        <p:spPr>
          <a:xfrm>
            <a:off x="1299654" y="2001195"/>
            <a:ext cx="5715635" cy="28524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05850" y="250672"/>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351828" y="732057"/>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031875" y="1954695"/>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0" y="10048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0" y="18835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0" y="27622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0" y="36409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2" name="TextBox 1">
            <a:extLst>
              <a:ext uri="{FF2B5EF4-FFF2-40B4-BE49-F238E27FC236}">
                <a16:creationId xmlns:a16="http://schemas.microsoft.com/office/drawing/2014/main" id="{1391C3DF-3E2E-A7C2-1DCB-C955E6483CC6}"/>
              </a:ext>
            </a:extLst>
          </p:cNvPr>
          <p:cNvSpPr txBox="1"/>
          <p:nvPr/>
        </p:nvSpPr>
        <p:spPr>
          <a:xfrm>
            <a:off x="592358" y="732057"/>
            <a:ext cx="8297491" cy="276999"/>
          </a:xfrm>
          <a:prstGeom prst="rect">
            <a:avLst/>
          </a:prstGeom>
          <a:noFill/>
        </p:spPr>
        <p:txBody>
          <a:bodyPr wrap="square" rtlCol="0">
            <a:spAutoFit/>
          </a:bodyPr>
          <a:lstStyle/>
          <a:p>
            <a:pPr marL="457200" lvl="1">
              <a:spcBef>
                <a:spcPts val="5"/>
              </a:spcBef>
              <a:spcAft>
                <a:spcPts val="0"/>
              </a:spcAft>
              <a:tabLst>
                <a:tab pos="292735" algn="l"/>
              </a:tabLst>
            </a:pPr>
            <a:r>
              <a:rPr lang="en-IN" sz="1200" dirty="0">
                <a:solidFill>
                  <a:schemeClr val="tx1"/>
                </a:solidFill>
                <a:effectLst/>
                <a:latin typeface="Times New Roman" panose="02020603050405020304" pitchFamily="18" charset="0"/>
                <a:ea typeface="Times New Roman" panose="02020603050405020304" pitchFamily="18" charset="0"/>
              </a:rPr>
              <a:t>2) Dataset Analysis</a:t>
            </a:r>
          </a:p>
        </p:txBody>
      </p:sp>
      <p:grpSp>
        <p:nvGrpSpPr>
          <p:cNvPr id="4" name="Group 2">
            <a:extLst>
              <a:ext uri="{FF2B5EF4-FFF2-40B4-BE49-F238E27FC236}">
                <a16:creationId xmlns:a16="http://schemas.microsoft.com/office/drawing/2014/main" id="{C6658576-1BD1-4A13-6F32-DE82BBF161B8}"/>
              </a:ext>
            </a:extLst>
          </p:cNvPr>
          <p:cNvGrpSpPr>
            <a:grpSpLocks/>
          </p:cNvGrpSpPr>
          <p:nvPr/>
        </p:nvGrpSpPr>
        <p:grpSpPr bwMode="auto">
          <a:xfrm>
            <a:off x="872645" y="1075264"/>
            <a:ext cx="6850597" cy="3336179"/>
            <a:chOff x="1440" y="349"/>
            <a:chExt cx="8254" cy="4878"/>
          </a:xfrm>
        </p:grpSpPr>
        <p:pic>
          <p:nvPicPr>
            <p:cNvPr id="3075" name="Picture 3">
              <a:extLst>
                <a:ext uri="{FF2B5EF4-FFF2-40B4-BE49-F238E27FC236}">
                  <a16:creationId xmlns:a16="http://schemas.microsoft.com/office/drawing/2014/main" id="{DFA91A8F-956F-24EF-C3E6-E60F022F411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0" y="373"/>
              <a:ext cx="2213" cy="484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5657A718-F24D-2084-C309-F0DCB357BFF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3" y="349"/>
              <a:ext cx="3071" cy="4877"/>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a:extLst>
                <a:ext uri="{FF2B5EF4-FFF2-40B4-BE49-F238E27FC236}">
                  <a16:creationId xmlns:a16="http://schemas.microsoft.com/office/drawing/2014/main" id="{E2BB3FE6-A7D8-97C5-A180-E2A895D0AB3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24" y="3148"/>
              <a:ext cx="2970" cy="2079"/>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TextBox 4">
            <a:extLst>
              <a:ext uri="{FF2B5EF4-FFF2-40B4-BE49-F238E27FC236}">
                <a16:creationId xmlns:a16="http://schemas.microsoft.com/office/drawing/2014/main" id="{44D801B4-FE08-1432-A71A-7F586E216285}"/>
              </a:ext>
            </a:extLst>
          </p:cNvPr>
          <p:cNvSpPr txBox="1"/>
          <p:nvPr/>
        </p:nvSpPr>
        <p:spPr>
          <a:xfrm>
            <a:off x="872645" y="4484491"/>
            <a:ext cx="8105985" cy="560538"/>
          </a:xfrm>
          <a:prstGeom prst="rect">
            <a:avLst/>
          </a:prstGeom>
          <a:noFill/>
        </p:spPr>
        <p:txBody>
          <a:bodyPr wrap="square" rtlCol="0">
            <a:spAutoFit/>
          </a:bodyPr>
          <a:lstStyle/>
          <a:p>
            <a:pPr marL="63500" marR="775335">
              <a:lnSpc>
                <a:spcPct val="113000"/>
              </a:lnSpc>
              <a:spcBef>
                <a:spcPts val="400"/>
              </a:spcBef>
              <a:spcAft>
                <a:spcPts val="0"/>
              </a:spcAft>
            </a:pPr>
            <a:r>
              <a:rPr lang="en-US" dirty="0">
                <a:solidFill>
                  <a:schemeClr val="tx1"/>
                </a:solidFill>
                <a:effectLst/>
                <a:latin typeface="Times New Roman" panose="02020603050405020304" pitchFamily="18" charset="0"/>
                <a:ea typeface="Times New Roman" panose="02020603050405020304" pitchFamily="18" charset="0"/>
              </a:rPr>
              <a:t>Here</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we</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can</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see</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the</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size</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and</a:t>
            </a:r>
            <a:r>
              <a:rPr lang="en-US" spc="8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attributes</a:t>
            </a:r>
            <a:r>
              <a:rPr lang="en-US" spc="7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of</a:t>
            </a:r>
            <a:r>
              <a:rPr lang="en-US" spc="6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the</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dataset.</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All</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data</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is</a:t>
            </a:r>
            <a:r>
              <a:rPr lang="en-US" spc="7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in</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correct</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form</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except</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cast</a:t>
            </a:r>
            <a:r>
              <a:rPr lang="en-US" spc="-28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in</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df2 (Hulu) which</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is</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in float64</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format. We</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will</a:t>
            </a:r>
            <a:r>
              <a:rPr lang="en-US" spc="-1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resolve</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that</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in</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pre</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processing</a:t>
            </a:r>
            <a:endParaRPr lang="en-IN" dirty="0">
              <a:solidFill>
                <a:schemeClr val="tx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42940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51A6E801-0E74-42C3-33B3-E90841F9AA33}"/>
              </a:ext>
            </a:extLst>
          </p:cNvPr>
          <p:cNvSpPr txBox="1"/>
          <p:nvPr/>
        </p:nvSpPr>
        <p:spPr>
          <a:xfrm>
            <a:off x="865632" y="724654"/>
            <a:ext cx="8278368" cy="307777"/>
          </a:xfrm>
          <a:prstGeom prst="rect">
            <a:avLst/>
          </a:prstGeom>
          <a:noFill/>
        </p:spPr>
        <p:txBody>
          <a:bodyPr wrap="square" rtlCol="0">
            <a:spAutoFit/>
          </a:bodyPr>
          <a:lstStyle/>
          <a:p>
            <a:r>
              <a:rPr lang="en-IN" dirty="0">
                <a:solidFill>
                  <a:schemeClr val="tx1"/>
                </a:solidFill>
              </a:rPr>
              <a:t>3)Data Cleaning and Pre-processing</a:t>
            </a:r>
          </a:p>
        </p:txBody>
      </p:sp>
      <p:pic>
        <p:nvPicPr>
          <p:cNvPr id="6" name="image8.jpeg">
            <a:extLst>
              <a:ext uri="{FF2B5EF4-FFF2-40B4-BE49-F238E27FC236}">
                <a16:creationId xmlns:a16="http://schemas.microsoft.com/office/drawing/2014/main" id="{2D440895-2C8E-B0A7-CA3A-4370222668B8}"/>
              </a:ext>
            </a:extLst>
          </p:cNvPr>
          <p:cNvPicPr>
            <a:picLocks noChangeAspect="1"/>
          </p:cNvPicPr>
          <p:nvPr/>
        </p:nvPicPr>
        <p:blipFill>
          <a:blip r:embed="rId7" cstate="print"/>
          <a:stretch>
            <a:fillRect/>
          </a:stretch>
        </p:blipFill>
        <p:spPr>
          <a:xfrm>
            <a:off x="888032" y="1030687"/>
            <a:ext cx="6518275" cy="3190875"/>
          </a:xfrm>
          <a:prstGeom prst="rect">
            <a:avLst/>
          </a:prstGeom>
        </p:spPr>
      </p:pic>
      <p:sp>
        <p:nvSpPr>
          <p:cNvPr id="7" name="TextBox 6">
            <a:extLst>
              <a:ext uri="{FF2B5EF4-FFF2-40B4-BE49-F238E27FC236}">
                <a16:creationId xmlns:a16="http://schemas.microsoft.com/office/drawing/2014/main" id="{737C2FDD-0618-649B-98A1-DD371E0FBE58}"/>
              </a:ext>
            </a:extLst>
          </p:cNvPr>
          <p:cNvSpPr txBox="1"/>
          <p:nvPr/>
        </p:nvSpPr>
        <p:spPr>
          <a:xfrm>
            <a:off x="865632" y="4334380"/>
            <a:ext cx="7571540" cy="560538"/>
          </a:xfrm>
          <a:prstGeom prst="rect">
            <a:avLst/>
          </a:prstGeom>
          <a:noFill/>
        </p:spPr>
        <p:txBody>
          <a:bodyPr wrap="square" rtlCol="0">
            <a:spAutoFit/>
          </a:bodyPr>
          <a:lstStyle/>
          <a:p>
            <a:pPr marL="63500" marR="775335">
              <a:lnSpc>
                <a:spcPct val="113000"/>
              </a:lnSpc>
              <a:spcAft>
                <a:spcPts val="0"/>
              </a:spcAft>
            </a:pPr>
            <a:r>
              <a:rPr lang="en-US" dirty="0">
                <a:solidFill>
                  <a:schemeClr val="tx1"/>
                </a:solidFill>
                <a:effectLst/>
                <a:latin typeface="Times New Roman" panose="02020603050405020304" pitchFamily="18" charset="0"/>
                <a:ea typeface="Times New Roman" panose="02020603050405020304" pitchFamily="18" charset="0"/>
              </a:rPr>
              <a:t>Here</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we</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transform</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the</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err="1">
                <a:solidFill>
                  <a:schemeClr val="tx1"/>
                </a:solidFill>
                <a:effectLst/>
                <a:latin typeface="Times New Roman" panose="02020603050405020304" pitchFamily="18" charset="0"/>
                <a:ea typeface="Times New Roman" panose="02020603050405020304" pitchFamily="18" charset="0"/>
              </a:rPr>
              <a:t>date_added</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and</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err="1">
                <a:solidFill>
                  <a:schemeClr val="tx1"/>
                </a:solidFill>
                <a:effectLst/>
                <a:latin typeface="Times New Roman" panose="02020603050405020304" pitchFamily="18" charset="0"/>
                <a:ea typeface="Times New Roman" panose="02020603050405020304" pitchFamily="18" charset="0"/>
              </a:rPr>
              <a:t>date_released</a:t>
            </a:r>
            <a:r>
              <a:rPr lang="en-US" spc="6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fields</a:t>
            </a:r>
            <a:r>
              <a:rPr lang="en-US" spc="7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to</a:t>
            </a:r>
            <a:r>
              <a:rPr lang="en-US" spc="10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extract</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years</a:t>
            </a:r>
            <a:r>
              <a:rPr lang="en-US" spc="7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from</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it.</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We</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also</a:t>
            </a:r>
            <a:r>
              <a:rPr lang="en-US" spc="-28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check</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for and remove</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Null</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values.</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We</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do the</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same</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for all</a:t>
            </a:r>
            <a:r>
              <a:rPr lang="en-US" spc="-1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dataset.</a:t>
            </a:r>
            <a:endParaRPr lang="en-IN" dirty="0">
              <a:solidFill>
                <a:schemeClr val="tx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19892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7" name="TextBox 6">
            <a:extLst>
              <a:ext uri="{FF2B5EF4-FFF2-40B4-BE49-F238E27FC236}">
                <a16:creationId xmlns:a16="http://schemas.microsoft.com/office/drawing/2014/main" id="{737C2FDD-0618-649B-98A1-DD371E0FBE58}"/>
              </a:ext>
            </a:extLst>
          </p:cNvPr>
          <p:cNvSpPr txBox="1"/>
          <p:nvPr/>
        </p:nvSpPr>
        <p:spPr>
          <a:xfrm>
            <a:off x="865632" y="4334380"/>
            <a:ext cx="7571540" cy="873509"/>
          </a:xfrm>
          <a:prstGeom prst="rect">
            <a:avLst/>
          </a:prstGeom>
          <a:noFill/>
        </p:spPr>
        <p:txBody>
          <a:bodyPr wrap="square" rtlCol="0">
            <a:spAutoFit/>
          </a:bodyPr>
          <a:lstStyle/>
          <a:p>
            <a:pPr marL="63500" marR="775335">
              <a:lnSpc>
                <a:spcPct val="113000"/>
              </a:lnSpc>
            </a:pPr>
            <a:r>
              <a:rPr lang="en-US" sz="1600" dirty="0">
                <a:solidFill>
                  <a:schemeClr val="tx1"/>
                </a:solidFill>
                <a:effectLst/>
                <a:latin typeface="Times New Roman" panose="02020603050405020304" pitchFamily="18" charset="0"/>
                <a:ea typeface="Times New Roman" panose="02020603050405020304" pitchFamily="18" charset="0"/>
              </a:rPr>
              <a:t>Here,</a:t>
            </a:r>
            <a:r>
              <a:rPr lang="en-US" sz="1600" spc="7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we</a:t>
            </a:r>
            <a:r>
              <a:rPr lang="en-US" sz="1600" spc="7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check</a:t>
            </a:r>
            <a:r>
              <a:rPr lang="en-US" sz="1600" spc="8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the</a:t>
            </a:r>
            <a:r>
              <a:rPr lang="en-US" sz="1600" spc="7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datasets</a:t>
            </a:r>
            <a:r>
              <a:rPr lang="en-US" sz="1600" spc="8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for</a:t>
            </a:r>
            <a:r>
              <a:rPr lang="en-US" sz="1600" spc="8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null</a:t>
            </a:r>
            <a:r>
              <a:rPr lang="en-US" sz="1600" spc="7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and</a:t>
            </a:r>
            <a:r>
              <a:rPr lang="en-US" sz="1600" spc="7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duplicated</a:t>
            </a:r>
            <a:r>
              <a:rPr lang="en-US" sz="1600" spc="10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values</a:t>
            </a:r>
            <a:r>
              <a:rPr lang="en-US" sz="1600" spc="9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as</a:t>
            </a:r>
            <a:r>
              <a:rPr lang="en-US" sz="1600" spc="8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well</a:t>
            </a:r>
            <a:r>
              <a:rPr lang="en-US" sz="1600" spc="7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as</a:t>
            </a:r>
            <a:r>
              <a:rPr lang="en-US" sz="1600" spc="9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missing</a:t>
            </a:r>
            <a:r>
              <a:rPr lang="en-US" sz="1600" spc="8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data.</a:t>
            </a:r>
            <a:r>
              <a:rPr lang="en-US" sz="1600" spc="7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We</a:t>
            </a:r>
            <a:r>
              <a:rPr lang="en-US" sz="1600" spc="7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also</a:t>
            </a:r>
            <a:r>
              <a:rPr lang="en-US" sz="1600" spc="-28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convert</a:t>
            </a:r>
            <a:r>
              <a:rPr lang="en-US" sz="1600" spc="-1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the</a:t>
            </a:r>
            <a:r>
              <a:rPr lang="en-US" sz="1600" spc="-1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float64 column from</a:t>
            </a:r>
            <a:r>
              <a:rPr lang="en-US" sz="1600" spc="-1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Hulu</a:t>
            </a:r>
            <a:r>
              <a:rPr lang="en-US" sz="1600" spc="-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dataset</a:t>
            </a:r>
            <a:r>
              <a:rPr lang="en-US" sz="1600" spc="-1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to String format.</a:t>
            </a:r>
            <a:endParaRPr lang="en-IN" sz="1600" dirty="0">
              <a:solidFill>
                <a:schemeClr val="tx1"/>
              </a:solidFill>
              <a:effectLst/>
              <a:latin typeface="Times New Roman" panose="02020603050405020304" pitchFamily="18" charset="0"/>
              <a:ea typeface="Times New Roman" panose="02020603050405020304" pitchFamily="18" charset="0"/>
            </a:endParaRPr>
          </a:p>
          <a:p>
            <a:pPr marL="63500" marR="775335">
              <a:lnSpc>
                <a:spcPct val="113000"/>
              </a:lnSpc>
              <a:spcAft>
                <a:spcPts val="0"/>
              </a:spcAft>
            </a:pPr>
            <a:endParaRPr lang="en-IN" sz="1200" dirty="0">
              <a:solidFill>
                <a:schemeClr val="tx1"/>
              </a:solidFill>
              <a:effectLst/>
              <a:latin typeface="Times New Roman" panose="02020603050405020304" pitchFamily="18" charset="0"/>
              <a:ea typeface="Times New Roman" panose="02020603050405020304" pitchFamily="18" charset="0"/>
            </a:endParaRPr>
          </a:p>
        </p:txBody>
      </p:sp>
      <p:pic>
        <p:nvPicPr>
          <p:cNvPr id="2" name="image9.jpeg">
            <a:extLst>
              <a:ext uri="{FF2B5EF4-FFF2-40B4-BE49-F238E27FC236}">
                <a16:creationId xmlns:a16="http://schemas.microsoft.com/office/drawing/2014/main" id="{BFA9EF38-F71F-FE52-F9AF-257D76074D83}"/>
              </a:ext>
            </a:extLst>
          </p:cNvPr>
          <p:cNvPicPr>
            <a:picLocks noChangeAspect="1"/>
          </p:cNvPicPr>
          <p:nvPr/>
        </p:nvPicPr>
        <p:blipFill>
          <a:blip r:embed="rId7" cstate="print"/>
          <a:stretch>
            <a:fillRect/>
          </a:stretch>
        </p:blipFill>
        <p:spPr>
          <a:xfrm>
            <a:off x="1183184" y="661346"/>
            <a:ext cx="2606906" cy="3664193"/>
          </a:xfrm>
          <a:prstGeom prst="rect">
            <a:avLst/>
          </a:prstGeom>
        </p:spPr>
      </p:pic>
    </p:spTree>
    <p:extLst>
      <p:ext uri="{BB962C8B-B14F-4D97-AF65-F5344CB8AC3E}">
        <p14:creationId xmlns:p14="http://schemas.microsoft.com/office/powerpoint/2010/main" val="3299637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6496" y="543133"/>
            <a:ext cx="7239162" cy="307777"/>
          </a:xfrm>
          <a:prstGeom prst="rect">
            <a:avLst/>
          </a:prstGeom>
          <a:noFill/>
        </p:spPr>
        <p:txBody>
          <a:bodyPr wrap="square" rtlCol="0">
            <a:spAutoFit/>
          </a:bodyPr>
          <a:lstStyle/>
          <a:p>
            <a:r>
              <a:rPr lang="en-IN" dirty="0">
                <a:solidFill>
                  <a:schemeClr val="tx1"/>
                </a:solidFill>
              </a:rPr>
              <a:t>4)Visualization of Datasets</a:t>
            </a:r>
          </a:p>
        </p:txBody>
      </p:sp>
      <p:pic>
        <p:nvPicPr>
          <p:cNvPr id="4" name="image10.png">
            <a:extLst>
              <a:ext uri="{FF2B5EF4-FFF2-40B4-BE49-F238E27FC236}">
                <a16:creationId xmlns:a16="http://schemas.microsoft.com/office/drawing/2014/main" id="{3DA18A39-0E94-4305-D13A-5A8A75C4F2F3}"/>
              </a:ext>
            </a:extLst>
          </p:cNvPr>
          <p:cNvPicPr>
            <a:picLocks noChangeAspect="1"/>
          </p:cNvPicPr>
          <p:nvPr/>
        </p:nvPicPr>
        <p:blipFill>
          <a:blip r:embed="rId7" cstate="print"/>
          <a:stretch>
            <a:fillRect/>
          </a:stretch>
        </p:blipFill>
        <p:spPr>
          <a:xfrm>
            <a:off x="676496" y="924533"/>
            <a:ext cx="3108960" cy="2152015"/>
          </a:xfrm>
          <a:prstGeom prst="rect">
            <a:avLst/>
          </a:prstGeom>
        </p:spPr>
      </p:pic>
      <p:pic>
        <p:nvPicPr>
          <p:cNvPr id="5" name="image11.png">
            <a:extLst>
              <a:ext uri="{FF2B5EF4-FFF2-40B4-BE49-F238E27FC236}">
                <a16:creationId xmlns:a16="http://schemas.microsoft.com/office/drawing/2014/main" id="{E4DC7176-2356-6334-85B1-0E5F9EDE5F18}"/>
              </a:ext>
            </a:extLst>
          </p:cNvPr>
          <p:cNvPicPr>
            <a:picLocks noChangeAspect="1"/>
          </p:cNvPicPr>
          <p:nvPr/>
        </p:nvPicPr>
        <p:blipFill>
          <a:blip r:embed="rId8" cstate="print"/>
          <a:stretch>
            <a:fillRect/>
          </a:stretch>
        </p:blipFill>
        <p:spPr>
          <a:xfrm>
            <a:off x="4072128" y="924533"/>
            <a:ext cx="4970899" cy="2830603"/>
          </a:xfrm>
          <a:prstGeom prst="rect">
            <a:avLst/>
          </a:prstGeom>
        </p:spPr>
      </p:pic>
    </p:spTree>
    <p:extLst>
      <p:ext uri="{BB962C8B-B14F-4D97-AF65-F5344CB8AC3E}">
        <p14:creationId xmlns:p14="http://schemas.microsoft.com/office/powerpoint/2010/main" val="2780647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6496" y="543133"/>
            <a:ext cx="7239162" cy="307777"/>
          </a:xfrm>
          <a:prstGeom prst="rect">
            <a:avLst/>
          </a:prstGeom>
          <a:noFill/>
        </p:spPr>
        <p:txBody>
          <a:bodyPr wrap="square" rtlCol="0">
            <a:spAutoFit/>
          </a:bodyPr>
          <a:lstStyle/>
          <a:p>
            <a:r>
              <a:rPr lang="en-IN" dirty="0">
                <a:solidFill>
                  <a:schemeClr val="tx1"/>
                </a:solidFill>
              </a:rPr>
              <a:t>4)Visualization of Datasets</a:t>
            </a:r>
          </a:p>
        </p:txBody>
      </p:sp>
      <p:pic>
        <p:nvPicPr>
          <p:cNvPr id="2" name="image12.png">
            <a:extLst>
              <a:ext uri="{FF2B5EF4-FFF2-40B4-BE49-F238E27FC236}">
                <a16:creationId xmlns:a16="http://schemas.microsoft.com/office/drawing/2014/main" id="{0A89F9E8-AC0C-E249-6B99-5306F909B7C7}"/>
              </a:ext>
            </a:extLst>
          </p:cNvPr>
          <p:cNvPicPr>
            <a:picLocks noChangeAspect="1"/>
          </p:cNvPicPr>
          <p:nvPr/>
        </p:nvPicPr>
        <p:blipFill>
          <a:blip r:embed="rId7" cstate="print"/>
          <a:stretch>
            <a:fillRect/>
          </a:stretch>
        </p:blipFill>
        <p:spPr>
          <a:xfrm>
            <a:off x="903013" y="850910"/>
            <a:ext cx="4679296" cy="4196578"/>
          </a:xfrm>
          <a:prstGeom prst="rect">
            <a:avLst/>
          </a:prstGeom>
        </p:spPr>
      </p:pic>
      <p:sp>
        <p:nvSpPr>
          <p:cNvPr id="7" name="TextBox 6">
            <a:extLst>
              <a:ext uri="{FF2B5EF4-FFF2-40B4-BE49-F238E27FC236}">
                <a16:creationId xmlns:a16="http://schemas.microsoft.com/office/drawing/2014/main" id="{61BABE40-AE5B-770E-EE9E-1AFF1243517F}"/>
              </a:ext>
            </a:extLst>
          </p:cNvPr>
          <p:cNvSpPr txBox="1"/>
          <p:nvPr/>
        </p:nvSpPr>
        <p:spPr>
          <a:xfrm>
            <a:off x="5805678" y="2089841"/>
            <a:ext cx="3097462" cy="307777"/>
          </a:xfrm>
          <a:prstGeom prst="rect">
            <a:avLst/>
          </a:prstGeom>
          <a:noFill/>
        </p:spPr>
        <p:txBody>
          <a:bodyPr wrap="square">
            <a:spAutoFit/>
          </a:bodyPr>
          <a:lstStyle/>
          <a:p>
            <a:pPr marL="63500">
              <a:spcBef>
                <a:spcPts val="450"/>
              </a:spcBef>
              <a:spcAft>
                <a:spcPts val="0"/>
              </a:spcAft>
            </a:pPr>
            <a:r>
              <a:rPr lang="en-US" sz="1400" dirty="0">
                <a:effectLst/>
                <a:highlight>
                  <a:srgbClr val="008080"/>
                </a:highlight>
                <a:latin typeface="Times New Roman" panose="02020603050405020304" pitchFamily="18" charset="0"/>
                <a:ea typeface="Times New Roman" panose="02020603050405020304" pitchFamily="18" charset="0"/>
              </a:rPr>
              <a:t>Content</a:t>
            </a:r>
            <a:r>
              <a:rPr lang="en-US" sz="1400" spc="-20" dirty="0">
                <a:effectLst/>
                <a:highlight>
                  <a:srgbClr val="008080"/>
                </a:highlight>
                <a:latin typeface="Times New Roman" panose="02020603050405020304" pitchFamily="18" charset="0"/>
                <a:ea typeface="Times New Roman" panose="02020603050405020304" pitchFamily="18" charset="0"/>
              </a:rPr>
              <a:t> </a:t>
            </a:r>
            <a:r>
              <a:rPr lang="en-US" sz="1400" dirty="0">
                <a:effectLst/>
                <a:highlight>
                  <a:srgbClr val="008080"/>
                </a:highlight>
                <a:latin typeface="Times New Roman" panose="02020603050405020304" pitchFamily="18" charset="0"/>
                <a:ea typeface="Times New Roman" panose="02020603050405020304" pitchFamily="18" charset="0"/>
              </a:rPr>
              <a:t>by</a:t>
            </a:r>
            <a:r>
              <a:rPr lang="en-US" sz="1400" spc="-5" dirty="0">
                <a:effectLst/>
                <a:highlight>
                  <a:srgbClr val="008080"/>
                </a:highlight>
                <a:latin typeface="Times New Roman" panose="02020603050405020304" pitchFamily="18" charset="0"/>
                <a:ea typeface="Times New Roman" panose="02020603050405020304" pitchFamily="18" charset="0"/>
              </a:rPr>
              <a:t> </a:t>
            </a:r>
            <a:r>
              <a:rPr lang="en-US" sz="1400" dirty="0">
                <a:effectLst/>
                <a:highlight>
                  <a:srgbClr val="008080"/>
                </a:highlight>
                <a:latin typeface="Times New Roman" panose="02020603050405020304" pitchFamily="18" charset="0"/>
                <a:ea typeface="Times New Roman" panose="02020603050405020304" pitchFamily="18" charset="0"/>
              </a:rPr>
              <a:t>their</a:t>
            </a:r>
            <a:r>
              <a:rPr lang="en-US" sz="1400" spc="-5" dirty="0">
                <a:effectLst/>
                <a:highlight>
                  <a:srgbClr val="008080"/>
                </a:highlight>
                <a:latin typeface="Times New Roman" panose="02020603050405020304" pitchFamily="18" charset="0"/>
                <a:ea typeface="Times New Roman" panose="02020603050405020304" pitchFamily="18" charset="0"/>
              </a:rPr>
              <a:t> </a:t>
            </a:r>
            <a:r>
              <a:rPr lang="en-US" sz="1400" dirty="0">
                <a:effectLst/>
                <a:highlight>
                  <a:srgbClr val="008080"/>
                </a:highlight>
                <a:latin typeface="Times New Roman" panose="02020603050405020304" pitchFamily="18" charset="0"/>
                <a:ea typeface="Times New Roman" panose="02020603050405020304" pitchFamily="18" charset="0"/>
              </a:rPr>
              <a:t>Release</a:t>
            </a:r>
            <a:r>
              <a:rPr lang="en-US" sz="1400" spc="-15" dirty="0">
                <a:effectLst/>
                <a:highlight>
                  <a:srgbClr val="008080"/>
                </a:highlight>
                <a:latin typeface="Times New Roman" panose="02020603050405020304" pitchFamily="18" charset="0"/>
                <a:ea typeface="Times New Roman" panose="02020603050405020304" pitchFamily="18" charset="0"/>
              </a:rPr>
              <a:t> </a:t>
            </a:r>
            <a:r>
              <a:rPr lang="en-US" sz="1400" dirty="0">
                <a:effectLst/>
                <a:highlight>
                  <a:srgbClr val="008080"/>
                </a:highlight>
                <a:latin typeface="Times New Roman" panose="02020603050405020304" pitchFamily="18" charset="0"/>
                <a:ea typeface="Times New Roman" panose="02020603050405020304" pitchFamily="18" charset="0"/>
              </a:rPr>
              <a:t>year</a:t>
            </a:r>
            <a:r>
              <a:rPr lang="en-US" sz="1400" spc="-10" dirty="0">
                <a:effectLst/>
                <a:highlight>
                  <a:srgbClr val="008080"/>
                </a:highlight>
                <a:latin typeface="Times New Roman" panose="02020603050405020304" pitchFamily="18" charset="0"/>
                <a:ea typeface="Times New Roman" panose="02020603050405020304" pitchFamily="18" charset="0"/>
              </a:rPr>
              <a:t> </a:t>
            </a:r>
            <a:r>
              <a:rPr lang="en-US" sz="1400" dirty="0">
                <a:effectLst/>
                <a:highlight>
                  <a:srgbClr val="008080"/>
                </a:highlight>
                <a:latin typeface="Times New Roman" panose="02020603050405020304" pitchFamily="18" charset="0"/>
                <a:ea typeface="Times New Roman" panose="02020603050405020304" pitchFamily="18" charset="0"/>
              </a:rPr>
              <a:t>on</a:t>
            </a:r>
            <a:r>
              <a:rPr lang="en-US" sz="1400" spc="-5" dirty="0">
                <a:effectLst/>
                <a:highlight>
                  <a:srgbClr val="008080"/>
                </a:highlight>
                <a:latin typeface="Times New Roman" panose="02020603050405020304" pitchFamily="18" charset="0"/>
                <a:ea typeface="Times New Roman" panose="02020603050405020304" pitchFamily="18" charset="0"/>
              </a:rPr>
              <a:t> </a:t>
            </a:r>
            <a:r>
              <a:rPr lang="en-US" sz="1400" dirty="0">
                <a:effectLst/>
                <a:highlight>
                  <a:srgbClr val="008080"/>
                </a:highlight>
                <a:latin typeface="Times New Roman" panose="02020603050405020304" pitchFamily="18" charset="0"/>
                <a:ea typeface="Times New Roman" panose="02020603050405020304" pitchFamily="18" charset="0"/>
              </a:rPr>
              <a:t>Hulu</a:t>
            </a:r>
            <a:endParaRPr lang="en-IN" sz="1400" dirty="0">
              <a:effectLst/>
              <a:highlight>
                <a:srgbClr val="008080"/>
              </a:highlight>
              <a:latin typeface="Times New Roman" panose="02020603050405020304" pitchFamily="18" charset="0"/>
              <a:ea typeface="Times New Roman" panose="02020603050405020304" pitchFamily="18" charset="0"/>
            </a:endParaRPr>
          </a:p>
        </p:txBody>
      </p:sp>
      <p:pic>
        <p:nvPicPr>
          <p:cNvPr id="8" name="image13.png">
            <a:extLst>
              <a:ext uri="{FF2B5EF4-FFF2-40B4-BE49-F238E27FC236}">
                <a16:creationId xmlns:a16="http://schemas.microsoft.com/office/drawing/2014/main" id="{CB21BDAC-5674-2454-EE67-0B32F48ED985}"/>
              </a:ext>
            </a:extLst>
          </p:cNvPr>
          <p:cNvPicPr>
            <a:picLocks noChangeAspect="1"/>
          </p:cNvPicPr>
          <p:nvPr/>
        </p:nvPicPr>
        <p:blipFill>
          <a:blip r:embed="rId8" cstate="print"/>
          <a:stretch>
            <a:fillRect/>
          </a:stretch>
        </p:blipFill>
        <p:spPr>
          <a:xfrm>
            <a:off x="5710685" y="2949199"/>
            <a:ext cx="3347971" cy="1813172"/>
          </a:xfrm>
          <a:prstGeom prst="rect">
            <a:avLst/>
          </a:prstGeom>
        </p:spPr>
      </p:pic>
    </p:spTree>
    <p:extLst>
      <p:ext uri="{BB962C8B-B14F-4D97-AF65-F5344CB8AC3E}">
        <p14:creationId xmlns:p14="http://schemas.microsoft.com/office/powerpoint/2010/main" val="1743644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6496" y="543133"/>
            <a:ext cx="7239162" cy="307777"/>
          </a:xfrm>
          <a:prstGeom prst="rect">
            <a:avLst/>
          </a:prstGeom>
          <a:noFill/>
        </p:spPr>
        <p:txBody>
          <a:bodyPr wrap="square" rtlCol="0">
            <a:spAutoFit/>
          </a:bodyPr>
          <a:lstStyle/>
          <a:p>
            <a:r>
              <a:rPr lang="en-IN" dirty="0">
                <a:solidFill>
                  <a:schemeClr val="tx1"/>
                </a:solidFill>
              </a:rPr>
              <a:t>4)Visualization of Datasets</a:t>
            </a:r>
          </a:p>
        </p:txBody>
      </p:sp>
      <p:pic>
        <p:nvPicPr>
          <p:cNvPr id="4" name="image14.png">
            <a:extLst>
              <a:ext uri="{FF2B5EF4-FFF2-40B4-BE49-F238E27FC236}">
                <a16:creationId xmlns:a16="http://schemas.microsoft.com/office/drawing/2014/main" id="{4E7BD117-89E6-AE4B-DED0-C5CF7ED19407}"/>
              </a:ext>
            </a:extLst>
          </p:cNvPr>
          <p:cNvPicPr>
            <a:picLocks noChangeAspect="1"/>
          </p:cNvPicPr>
          <p:nvPr/>
        </p:nvPicPr>
        <p:blipFill>
          <a:blip r:embed="rId7" cstate="print"/>
          <a:stretch>
            <a:fillRect/>
          </a:stretch>
        </p:blipFill>
        <p:spPr>
          <a:xfrm>
            <a:off x="810514" y="924533"/>
            <a:ext cx="2908046" cy="2944362"/>
          </a:xfrm>
          <a:prstGeom prst="rect">
            <a:avLst/>
          </a:prstGeom>
        </p:spPr>
      </p:pic>
      <p:pic>
        <p:nvPicPr>
          <p:cNvPr id="5" name="image15.png">
            <a:extLst>
              <a:ext uri="{FF2B5EF4-FFF2-40B4-BE49-F238E27FC236}">
                <a16:creationId xmlns:a16="http://schemas.microsoft.com/office/drawing/2014/main" id="{D9495667-2BA1-25A7-B80D-067AD8A9F7DA}"/>
              </a:ext>
            </a:extLst>
          </p:cNvPr>
          <p:cNvPicPr>
            <a:picLocks noChangeAspect="1"/>
          </p:cNvPicPr>
          <p:nvPr/>
        </p:nvPicPr>
        <p:blipFill>
          <a:blip r:embed="rId8" cstate="print"/>
          <a:stretch>
            <a:fillRect/>
          </a:stretch>
        </p:blipFill>
        <p:spPr>
          <a:xfrm>
            <a:off x="3906705" y="1003028"/>
            <a:ext cx="5222133" cy="2884950"/>
          </a:xfrm>
          <a:prstGeom prst="rect">
            <a:avLst/>
          </a:prstGeom>
        </p:spPr>
      </p:pic>
    </p:spTree>
    <p:extLst>
      <p:ext uri="{BB962C8B-B14F-4D97-AF65-F5344CB8AC3E}">
        <p14:creationId xmlns:p14="http://schemas.microsoft.com/office/powerpoint/2010/main" val="4031552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6496" y="543133"/>
            <a:ext cx="7239162" cy="307777"/>
          </a:xfrm>
          <a:prstGeom prst="rect">
            <a:avLst/>
          </a:prstGeom>
          <a:noFill/>
        </p:spPr>
        <p:txBody>
          <a:bodyPr wrap="square" rtlCol="0">
            <a:spAutoFit/>
          </a:bodyPr>
          <a:lstStyle/>
          <a:p>
            <a:r>
              <a:rPr lang="en-IN" dirty="0">
                <a:solidFill>
                  <a:schemeClr val="tx1"/>
                </a:solidFill>
              </a:rPr>
              <a:t>4)Visualization of Datasets</a:t>
            </a:r>
          </a:p>
        </p:txBody>
      </p:sp>
      <p:pic>
        <p:nvPicPr>
          <p:cNvPr id="2" name="image16.png">
            <a:extLst>
              <a:ext uri="{FF2B5EF4-FFF2-40B4-BE49-F238E27FC236}">
                <a16:creationId xmlns:a16="http://schemas.microsoft.com/office/drawing/2014/main" id="{E0A26111-8F29-228A-2BCF-DA43F7E661D8}"/>
              </a:ext>
            </a:extLst>
          </p:cNvPr>
          <p:cNvPicPr>
            <a:picLocks noChangeAspect="1"/>
          </p:cNvPicPr>
          <p:nvPr/>
        </p:nvPicPr>
        <p:blipFill>
          <a:blip r:embed="rId7" cstate="print"/>
          <a:stretch>
            <a:fillRect/>
          </a:stretch>
        </p:blipFill>
        <p:spPr>
          <a:xfrm>
            <a:off x="676496" y="861701"/>
            <a:ext cx="4753335" cy="2005478"/>
          </a:xfrm>
          <a:prstGeom prst="rect">
            <a:avLst/>
          </a:prstGeom>
        </p:spPr>
      </p:pic>
      <p:pic>
        <p:nvPicPr>
          <p:cNvPr id="7" name="image17.png">
            <a:extLst>
              <a:ext uri="{FF2B5EF4-FFF2-40B4-BE49-F238E27FC236}">
                <a16:creationId xmlns:a16="http://schemas.microsoft.com/office/drawing/2014/main" id="{F78913F8-D643-8CBE-1884-C3F48AF67E27}"/>
              </a:ext>
            </a:extLst>
          </p:cNvPr>
          <p:cNvPicPr>
            <a:picLocks noChangeAspect="1"/>
          </p:cNvPicPr>
          <p:nvPr/>
        </p:nvPicPr>
        <p:blipFill>
          <a:blip r:embed="rId8" cstate="print"/>
          <a:stretch>
            <a:fillRect/>
          </a:stretch>
        </p:blipFill>
        <p:spPr>
          <a:xfrm>
            <a:off x="4027058" y="2941504"/>
            <a:ext cx="4753334" cy="1964785"/>
          </a:xfrm>
          <a:prstGeom prst="rect">
            <a:avLst/>
          </a:prstGeom>
        </p:spPr>
      </p:pic>
    </p:spTree>
    <p:extLst>
      <p:ext uri="{BB962C8B-B14F-4D97-AF65-F5344CB8AC3E}">
        <p14:creationId xmlns:p14="http://schemas.microsoft.com/office/powerpoint/2010/main" val="4022500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6496" y="543133"/>
            <a:ext cx="7239162" cy="307777"/>
          </a:xfrm>
          <a:prstGeom prst="rect">
            <a:avLst/>
          </a:prstGeom>
          <a:noFill/>
        </p:spPr>
        <p:txBody>
          <a:bodyPr wrap="square" rtlCol="0">
            <a:spAutoFit/>
          </a:bodyPr>
          <a:lstStyle/>
          <a:p>
            <a:r>
              <a:rPr lang="en-IN" dirty="0">
                <a:solidFill>
                  <a:schemeClr val="tx1"/>
                </a:solidFill>
              </a:rPr>
              <a:t>4)Visualization of Datasets</a:t>
            </a:r>
          </a:p>
        </p:txBody>
      </p:sp>
      <p:pic>
        <p:nvPicPr>
          <p:cNvPr id="4" name="image18.png">
            <a:extLst>
              <a:ext uri="{FF2B5EF4-FFF2-40B4-BE49-F238E27FC236}">
                <a16:creationId xmlns:a16="http://schemas.microsoft.com/office/drawing/2014/main" id="{29115B54-7D89-CABC-9287-5C0C4B722817}"/>
              </a:ext>
            </a:extLst>
          </p:cNvPr>
          <p:cNvPicPr>
            <a:picLocks noChangeAspect="1"/>
          </p:cNvPicPr>
          <p:nvPr/>
        </p:nvPicPr>
        <p:blipFill>
          <a:blip r:embed="rId7" cstate="print"/>
          <a:stretch>
            <a:fillRect/>
          </a:stretch>
        </p:blipFill>
        <p:spPr>
          <a:xfrm>
            <a:off x="676496" y="913342"/>
            <a:ext cx="2852420" cy="2045970"/>
          </a:xfrm>
          <a:prstGeom prst="rect">
            <a:avLst/>
          </a:prstGeom>
        </p:spPr>
      </p:pic>
      <p:pic>
        <p:nvPicPr>
          <p:cNvPr id="5" name="image19.png">
            <a:extLst>
              <a:ext uri="{FF2B5EF4-FFF2-40B4-BE49-F238E27FC236}">
                <a16:creationId xmlns:a16="http://schemas.microsoft.com/office/drawing/2014/main" id="{2E861D66-B216-A9AF-5D38-B4DA50A7E36B}"/>
              </a:ext>
            </a:extLst>
          </p:cNvPr>
          <p:cNvPicPr>
            <a:picLocks noChangeAspect="1"/>
          </p:cNvPicPr>
          <p:nvPr/>
        </p:nvPicPr>
        <p:blipFill>
          <a:blip r:embed="rId8" cstate="print"/>
          <a:stretch>
            <a:fillRect/>
          </a:stretch>
        </p:blipFill>
        <p:spPr>
          <a:xfrm>
            <a:off x="3804831" y="656603"/>
            <a:ext cx="5075489" cy="2733675"/>
          </a:xfrm>
          <a:prstGeom prst="rect">
            <a:avLst/>
          </a:prstGeom>
        </p:spPr>
      </p:pic>
      <p:pic>
        <p:nvPicPr>
          <p:cNvPr id="6" name="image20.png">
            <a:extLst>
              <a:ext uri="{FF2B5EF4-FFF2-40B4-BE49-F238E27FC236}">
                <a16:creationId xmlns:a16="http://schemas.microsoft.com/office/drawing/2014/main" id="{DAD65DFC-4D0C-3E63-C326-3098D02186D3}"/>
              </a:ext>
            </a:extLst>
          </p:cNvPr>
          <p:cNvPicPr>
            <a:picLocks noChangeAspect="1"/>
          </p:cNvPicPr>
          <p:nvPr/>
        </p:nvPicPr>
        <p:blipFill>
          <a:blip r:embed="rId9" cstate="print"/>
          <a:stretch>
            <a:fillRect/>
          </a:stretch>
        </p:blipFill>
        <p:spPr>
          <a:xfrm>
            <a:off x="814453" y="3248905"/>
            <a:ext cx="2990378" cy="1635831"/>
          </a:xfrm>
          <a:prstGeom prst="rect">
            <a:avLst/>
          </a:prstGeom>
        </p:spPr>
      </p:pic>
    </p:spTree>
    <p:extLst>
      <p:ext uri="{BB962C8B-B14F-4D97-AF65-F5344CB8AC3E}">
        <p14:creationId xmlns:p14="http://schemas.microsoft.com/office/powerpoint/2010/main" val="601245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6496" y="543133"/>
            <a:ext cx="7239162" cy="307777"/>
          </a:xfrm>
          <a:prstGeom prst="rect">
            <a:avLst/>
          </a:prstGeom>
          <a:noFill/>
        </p:spPr>
        <p:txBody>
          <a:bodyPr wrap="square" rtlCol="0">
            <a:spAutoFit/>
          </a:bodyPr>
          <a:lstStyle/>
          <a:p>
            <a:r>
              <a:rPr lang="en-IN" dirty="0">
                <a:solidFill>
                  <a:schemeClr val="tx1"/>
                </a:solidFill>
              </a:rPr>
              <a:t>4)Visualization of Datasets</a:t>
            </a:r>
          </a:p>
        </p:txBody>
      </p:sp>
      <p:pic>
        <p:nvPicPr>
          <p:cNvPr id="2" name="image21.jpeg">
            <a:extLst>
              <a:ext uri="{FF2B5EF4-FFF2-40B4-BE49-F238E27FC236}">
                <a16:creationId xmlns:a16="http://schemas.microsoft.com/office/drawing/2014/main" id="{5D538029-4956-7918-CE4C-591011A6346E}"/>
              </a:ext>
            </a:extLst>
          </p:cNvPr>
          <p:cNvPicPr>
            <a:picLocks noChangeAspect="1"/>
          </p:cNvPicPr>
          <p:nvPr/>
        </p:nvPicPr>
        <p:blipFill>
          <a:blip r:embed="rId7" cstate="print"/>
          <a:stretch>
            <a:fillRect/>
          </a:stretch>
        </p:blipFill>
        <p:spPr>
          <a:xfrm>
            <a:off x="676496" y="863430"/>
            <a:ext cx="3146679" cy="3024548"/>
          </a:xfrm>
          <a:prstGeom prst="rect">
            <a:avLst/>
          </a:prstGeom>
        </p:spPr>
      </p:pic>
      <p:pic>
        <p:nvPicPr>
          <p:cNvPr id="7" name="image22.png">
            <a:extLst>
              <a:ext uri="{FF2B5EF4-FFF2-40B4-BE49-F238E27FC236}">
                <a16:creationId xmlns:a16="http://schemas.microsoft.com/office/drawing/2014/main" id="{B10F032D-B0B8-7E5F-2922-8D07544F5DBE}"/>
              </a:ext>
            </a:extLst>
          </p:cNvPr>
          <p:cNvPicPr>
            <a:picLocks noChangeAspect="1"/>
          </p:cNvPicPr>
          <p:nvPr/>
        </p:nvPicPr>
        <p:blipFill>
          <a:blip r:embed="rId8" cstate="print"/>
          <a:stretch>
            <a:fillRect/>
          </a:stretch>
        </p:blipFill>
        <p:spPr>
          <a:xfrm>
            <a:off x="4036834" y="1003028"/>
            <a:ext cx="4946401" cy="2650830"/>
          </a:xfrm>
          <a:prstGeom prst="rect">
            <a:avLst/>
          </a:prstGeom>
        </p:spPr>
      </p:pic>
    </p:spTree>
    <p:extLst>
      <p:ext uri="{BB962C8B-B14F-4D97-AF65-F5344CB8AC3E}">
        <p14:creationId xmlns:p14="http://schemas.microsoft.com/office/powerpoint/2010/main" val="2974147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6496" y="543133"/>
            <a:ext cx="7239162" cy="307777"/>
          </a:xfrm>
          <a:prstGeom prst="rect">
            <a:avLst/>
          </a:prstGeom>
          <a:noFill/>
        </p:spPr>
        <p:txBody>
          <a:bodyPr wrap="square" rtlCol="0">
            <a:spAutoFit/>
          </a:bodyPr>
          <a:lstStyle/>
          <a:p>
            <a:r>
              <a:rPr lang="en-IN" dirty="0">
                <a:solidFill>
                  <a:schemeClr val="tx1"/>
                </a:solidFill>
              </a:rPr>
              <a:t>5)CREATING ONE UNIFIED DATASET AND VISUALIZING IT</a:t>
            </a:r>
          </a:p>
        </p:txBody>
      </p:sp>
      <p:pic>
        <p:nvPicPr>
          <p:cNvPr id="4" name="image23.png">
            <a:extLst>
              <a:ext uri="{FF2B5EF4-FFF2-40B4-BE49-F238E27FC236}">
                <a16:creationId xmlns:a16="http://schemas.microsoft.com/office/drawing/2014/main" id="{70444B61-4A97-8950-6970-09C675713E78}"/>
              </a:ext>
            </a:extLst>
          </p:cNvPr>
          <p:cNvPicPr>
            <a:picLocks noChangeAspect="1"/>
          </p:cNvPicPr>
          <p:nvPr/>
        </p:nvPicPr>
        <p:blipFill>
          <a:blip r:embed="rId7" cstate="print"/>
          <a:stretch>
            <a:fillRect/>
          </a:stretch>
        </p:blipFill>
        <p:spPr>
          <a:xfrm>
            <a:off x="4466689" y="1305713"/>
            <a:ext cx="4498975" cy="2411730"/>
          </a:xfrm>
          <a:prstGeom prst="rect">
            <a:avLst/>
          </a:prstGeom>
        </p:spPr>
      </p:pic>
      <p:pic>
        <p:nvPicPr>
          <p:cNvPr id="5" name="image24.jpeg">
            <a:extLst>
              <a:ext uri="{FF2B5EF4-FFF2-40B4-BE49-F238E27FC236}">
                <a16:creationId xmlns:a16="http://schemas.microsoft.com/office/drawing/2014/main" id="{9C007CCF-0F45-FF41-05B0-2B56E52E5926}"/>
              </a:ext>
            </a:extLst>
          </p:cNvPr>
          <p:cNvPicPr>
            <a:picLocks noChangeAspect="1"/>
          </p:cNvPicPr>
          <p:nvPr/>
        </p:nvPicPr>
        <p:blipFill>
          <a:blip r:embed="rId8" cstate="print"/>
          <a:stretch>
            <a:fillRect/>
          </a:stretch>
        </p:blipFill>
        <p:spPr>
          <a:xfrm>
            <a:off x="676496" y="835696"/>
            <a:ext cx="3673591" cy="3553626"/>
          </a:xfrm>
          <a:prstGeom prst="rect">
            <a:avLst/>
          </a:prstGeom>
        </p:spPr>
      </p:pic>
    </p:spTree>
    <p:extLst>
      <p:ext uri="{BB962C8B-B14F-4D97-AF65-F5344CB8AC3E}">
        <p14:creationId xmlns:p14="http://schemas.microsoft.com/office/powerpoint/2010/main" val="1228422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9644" y="541255"/>
            <a:ext cx="7239162" cy="307777"/>
          </a:xfrm>
          <a:prstGeom prst="rect">
            <a:avLst/>
          </a:prstGeom>
          <a:noFill/>
        </p:spPr>
        <p:txBody>
          <a:bodyPr wrap="square" rtlCol="0">
            <a:spAutoFit/>
          </a:bodyPr>
          <a:lstStyle/>
          <a:p>
            <a:r>
              <a:rPr lang="en-IN" dirty="0">
                <a:solidFill>
                  <a:schemeClr val="tx1"/>
                </a:solidFill>
              </a:rPr>
              <a:t>6)DEPLOYMENT IN TABLEAU</a:t>
            </a:r>
          </a:p>
        </p:txBody>
      </p:sp>
      <p:pic>
        <p:nvPicPr>
          <p:cNvPr id="2" name="Picture 1">
            <a:extLst>
              <a:ext uri="{FF2B5EF4-FFF2-40B4-BE49-F238E27FC236}">
                <a16:creationId xmlns:a16="http://schemas.microsoft.com/office/drawing/2014/main" id="{E093911A-3BE7-B3EE-1A97-AD63DE13236D}"/>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244600" y="833755"/>
            <a:ext cx="6654800" cy="3475990"/>
          </a:xfrm>
          <a:prstGeom prst="rect">
            <a:avLst/>
          </a:prstGeom>
          <a:noFill/>
          <a:ln>
            <a:noFill/>
          </a:ln>
        </p:spPr>
      </p:pic>
    </p:spTree>
    <p:extLst>
      <p:ext uri="{BB962C8B-B14F-4D97-AF65-F5344CB8AC3E}">
        <p14:creationId xmlns:p14="http://schemas.microsoft.com/office/powerpoint/2010/main" val="35052168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9644" y="541255"/>
            <a:ext cx="7239162" cy="307777"/>
          </a:xfrm>
          <a:prstGeom prst="rect">
            <a:avLst/>
          </a:prstGeom>
          <a:noFill/>
        </p:spPr>
        <p:txBody>
          <a:bodyPr wrap="square" rtlCol="0">
            <a:spAutoFit/>
          </a:bodyPr>
          <a:lstStyle/>
          <a:p>
            <a:r>
              <a:rPr lang="en-IN" dirty="0">
                <a:solidFill>
                  <a:schemeClr val="tx1"/>
                </a:solidFill>
              </a:rPr>
              <a:t>6)DEPLOYMENT IN TABLEAU</a:t>
            </a:r>
          </a:p>
        </p:txBody>
      </p:sp>
      <p:pic>
        <p:nvPicPr>
          <p:cNvPr id="4" name="Picture 3">
            <a:extLst>
              <a:ext uri="{FF2B5EF4-FFF2-40B4-BE49-F238E27FC236}">
                <a16:creationId xmlns:a16="http://schemas.microsoft.com/office/drawing/2014/main" id="{B9808300-CAC3-A046-B5FA-8518C65FA7D7}"/>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244600" y="843280"/>
            <a:ext cx="6654800" cy="3456940"/>
          </a:xfrm>
          <a:prstGeom prst="rect">
            <a:avLst/>
          </a:prstGeom>
          <a:noFill/>
          <a:ln>
            <a:noFill/>
          </a:ln>
        </p:spPr>
      </p:pic>
    </p:spTree>
    <p:extLst>
      <p:ext uri="{BB962C8B-B14F-4D97-AF65-F5344CB8AC3E}">
        <p14:creationId xmlns:p14="http://schemas.microsoft.com/office/powerpoint/2010/main" val="25458530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9644" y="541255"/>
            <a:ext cx="7239162" cy="307777"/>
          </a:xfrm>
          <a:prstGeom prst="rect">
            <a:avLst/>
          </a:prstGeom>
          <a:noFill/>
        </p:spPr>
        <p:txBody>
          <a:bodyPr wrap="square" rtlCol="0">
            <a:spAutoFit/>
          </a:bodyPr>
          <a:lstStyle/>
          <a:p>
            <a:r>
              <a:rPr lang="en-IN" dirty="0">
                <a:solidFill>
                  <a:schemeClr val="tx1"/>
                </a:solidFill>
              </a:rPr>
              <a:t>6)DEPLOYMENT IN TABLEAU</a:t>
            </a:r>
          </a:p>
        </p:txBody>
      </p:sp>
      <p:pic>
        <p:nvPicPr>
          <p:cNvPr id="2" name="Picture 1">
            <a:extLst>
              <a:ext uri="{FF2B5EF4-FFF2-40B4-BE49-F238E27FC236}">
                <a16:creationId xmlns:a16="http://schemas.microsoft.com/office/drawing/2014/main" id="{277A04C4-2A9D-3EEE-F085-37C2A6D32913}"/>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244600" y="838517"/>
            <a:ext cx="6654800" cy="3466465"/>
          </a:xfrm>
          <a:prstGeom prst="rect">
            <a:avLst/>
          </a:prstGeom>
          <a:noFill/>
          <a:ln>
            <a:noFill/>
          </a:ln>
        </p:spPr>
      </p:pic>
    </p:spTree>
    <p:extLst>
      <p:ext uri="{BB962C8B-B14F-4D97-AF65-F5344CB8AC3E}">
        <p14:creationId xmlns:p14="http://schemas.microsoft.com/office/powerpoint/2010/main" val="11491895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9644" y="541255"/>
            <a:ext cx="7239162" cy="307777"/>
          </a:xfrm>
          <a:prstGeom prst="rect">
            <a:avLst/>
          </a:prstGeom>
          <a:noFill/>
        </p:spPr>
        <p:txBody>
          <a:bodyPr wrap="square" rtlCol="0">
            <a:spAutoFit/>
          </a:bodyPr>
          <a:lstStyle/>
          <a:p>
            <a:r>
              <a:rPr lang="en-IN" dirty="0">
                <a:solidFill>
                  <a:schemeClr val="tx1"/>
                </a:solidFill>
              </a:rPr>
              <a:t>6)DEPLOYMENT IN TABLEAU</a:t>
            </a:r>
          </a:p>
        </p:txBody>
      </p:sp>
      <p:pic>
        <p:nvPicPr>
          <p:cNvPr id="4" name="Picture 3">
            <a:extLst>
              <a:ext uri="{FF2B5EF4-FFF2-40B4-BE49-F238E27FC236}">
                <a16:creationId xmlns:a16="http://schemas.microsoft.com/office/drawing/2014/main" id="{37903F5A-8B34-ABBD-A752-25FAE733455C}"/>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244600" y="838517"/>
            <a:ext cx="6654800" cy="3466465"/>
          </a:xfrm>
          <a:prstGeom prst="rect">
            <a:avLst/>
          </a:prstGeom>
          <a:noFill/>
          <a:ln>
            <a:noFill/>
          </a:ln>
        </p:spPr>
      </p:pic>
    </p:spTree>
    <p:extLst>
      <p:ext uri="{BB962C8B-B14F-4D97-AF65-F5344CB8AC3E}">
        <p14:creationId xmlns:p14="http://schemas.microsoft.com/office/powerpoint/2010/main" val="26859678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9644" y="541255"/>
            <a:ext cx="7239162" cy="307777"/>
          </a:xfrm>
          <a:prstGeom prst="rect">
            <a:avLst/>
          </a:prstGeom>
          <a:noFill/>
        </p:spPr>
        <p:txBody>
          <a:bodyPr wrap="square" rtlCol="0">
            <a:spAutoFit/>
          </a:bodyPr>
          <a:lstStyle/>
          <a:p>
            <a:r>
              <a:rPr lang="en-IN" dirty="0">
                <a:solidFill>
                  <a:schemeClr val="tx1"/>
                </a:solidFill>
              </a:rPr>
              <a:t>6)DEPLOYMENT IN TABLEAU</a:t>
            </a:r>
          </a:p>
        </p:txBody>
      </p:sp>
      <p:pic>
        <p:nvPicPr>
          <p:cNvPr id="2" name="Picture 1">
            <a:extLst>
              <a:ext uri="{FF2B5EF4-FFF2-40B4-BE49-F238E27FC236}">
                <a16:creationId xmlns:a16="http://schemas.microsoft.com/office/drawing/2014/main" id="{AA85C7CB-0927-16CD-FDD7-691F33A3B507}"/>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244600" y="859790"/>
            <a:ext cx="3542151" cy="1822450"/>
          </a:xfrm>
          <a:prstGeom prst="rect">
            <a:avLst/>
          </a:prstGeom>
          <a:noFill/>
          <a:ln>
            <a:noFill/>
          </a:ln>
        </p:spPr>
      </p:pic>
      <p:pic>
        <p:nvPicPr>
          <p:cNvPr id="5" name="Picture 4">
            <a:extLst>
              <a:ext uri="{FF2B5EF4-FFF2-40B4-BE49-F238E27FC236}">
                <a16:creationId xmlns:a16="http://schemas.microsoft.com/office/drawing/2014/main" id="{8A5DD65F-EE67-4D27-5081-892FCD417E37}"/>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5262570" y="826770"/>
            <a:ext cx="3417893" cy="1855470"/>
          </a:xfrm>
          <a:prstGeom prst="rect">
            <a:avLst/>
          </a:prstGeom>
          <a:noFill/>
          <a:ln>
            <a:noFill/>
          </a:ln>
        </p:spPr>
      </p:pic>
      <p:pic>
        <p:nvPicPr>
          <p:cNvPr id="6" name="Picture 5">
            <a:extLst>
              <a:ext uri="{FF2B5EF4-FFF2-40B4-BE49-F238E27FC236}">
                <a16:creationId xmlns:a16="http://schemas.microsoft.com/office/drawing/2014/main" id="{8D2DE7AE-EB81-8D8A-14DD-DAE2266058F5}"/>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1260643" y="2974218"/>
            <a:ext cx="3542151" cy="1827520"/>
          </a:xfrm>
          <a:prstGeom prst="rect">
            <a:avLst/>
          </a:prstGeom>
          <a:noFill/>
          <a:ln>
            <a:noFill/>
          </a:ln>
        </p:spPr>
      </p:pic>
      <p:pic>
        <p:nvPicPr>
          <p:cNvPr id="7" name="Picture 6">
            <a:extLst>
              <a:ext uri="{FF2B5EF4-FFF2-40B4-BE49-F238E27FC236}">
                <a16:creationId xmlns:a16="http://schemas.microsoft.com/office/drawing/2014/main" id="{E6B69AE8-70C2-8920-4461-B38CC3B01DB2}"/>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5248666" y="2991759"/>
            <a:ext cx="3417894" cy="1792438"/>
          </a:xfrm>
          <a:prstGeom prst="rect">
            <a:avLst/>
          </a:prstGeom>
          <a:noFill/>
          <a:ln>
            <a:noFill/>
          </a:ln>
        </p:spPr>
      </p:pic>
    </p:spTree>
    <p:extLst>
      <p:ext uri="{BB962C8B-B14F-4D97-AF65-F5344CB8AC3E}">
        <p14:creationId xmlns:p14="http://schemas.microsoft.com/office/powerpoint/2010/main" val="22580330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A126-AC23-DF6F-CA48-87D029DD3E97}"/>
              </a:ext>
            </a:extLst>
          </p:cNvPr>
          <p:cNvSpPr>
            <a:spLocks noGrp="1"/>
          </p:cNvSpPr>
          <p:nvPr>
            <p:ph type="title"/>
          </p:nvPr>
        </p:nvSpPr>
        <p:spPr/>
        <p:txBody>
          <a:bodyPr/>
          <a:lstStyle/>
          <a:p>
            <a:r>
              <a:rPr lang="en-IN" dirty="0">
                <a:highlight>
                  <a:srgbClr val="008080"/>
                </a:highlight>
              </a:rPr>
              <a:t>REFERENCES</a:t>
            </a:r>
          </a:p>
        </p:txBody>
      </p:sp>
      <p:sp>
        <p:nvSpPr>
          <p:cNvPr id="13" name="TextBox 12">
            <a:extLst>
              <a:ext uri="{FF2B5EF4-FFF2-40B4-BE49-F238E27FC236}">
                <a16:creationId xmlns:a16="http://schemas.microsoft.com/office/drawing/2014/main" id="{75C9F783-3FA0-F01E-2984-6011856ABA79}"/>
              </a:ext>
            </a:extLst>
          </p:cNvPr>
          <p:cNvSpPr txBox="1"/>
          <p:nvPr/>
        </p:nvSpPr>
        <p:spPr>
          <a:xfrm>
            <a:off x="731520" y="1316736"/>
            <a:ext cx="8278368" cy="3241913"/>
          </a:xfrm>
          <a:prstGeom prst="rect">
            <a:avLst/>
          </a:prstGeom>
          <a:noFill/>
        </p:spPr>
        <p:txBody>
          <a:bodyPr wrap="square" rtlCol="0">
            <a:spAutoFit/>
          </a:bodyPr>
          <a:lstStyle/>
          <a:p>
            <a:pPr marL="342900" lvl="0" indent="-342900">
              <a:buFont typeface="+mj-lt"/>
              <a:buAutoNum type="arabicPeriod"/>
              <a:tabLst>
                <a:tab pos="457200" algn="l"/>
              </a:tabLst>
            </a:pPr>
            <a:r>
              <a:rPr lang="en-US" sz="1800" dirty="0">
                <a:solidFill>
                  <a:schemeClr val="tx1"/>
                </a:solidFill>
                <a:effectLst/>
                <a:latin typeface="Times New Roman" panose="02020603050405020304" pitchFamily="18" charset="0"/>
                <a:ea typeface="Times New Roman" panose="02020603050405020304" pitchFamily="18" charset="0"/>
              </a:rPr>
              <a:t>Rafael A. Irizarry (2019), </a:t>
            </a:r>
            <a:r>
              <a:rPr lang="en-US" sz="1800" u="sng" dirty="0">
                <a:solidFill>
                  <a:schemeClr val="tx1"/>
                </a:solidFill>
                <a:effectLst/>
                <a:latin typeface="Times New Roman" panose="02020603050405020304" pitchFamily="18" charset="0"/>
                <a:ea typeface="Times New Roman" panose="02020603050405020304" pitchFamily="18" charset="0"/>
                <a:hlinkClick r:id="rId2">
                  <a:extLst>
                    <a:ext uri="{A12FA001-AC4F-418D-AE19-62706E023703}">
                      <ahyp:hlinkClr xmlns:ahyp="http://schemas.microsoft.com/office/drawing/2018/hyperlinkcolor" val="tx"/>
                    </a:ext>
                  </a:extLst>
                </a:hlinkClick>
              </a:rPr>
              <a:t>Introduction to Data Science: Data Analysis and Prediction Algorithms with R</a:t>
            </a:r>
            <a:endParaRPr lang="en-IN" sz="1800" dirty="0">
              <a:solidFill>
                <a:schemeClr val="tx1"/>
              </a:solidFill>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r>
              <a:rPr lang="en-US" sz="1800" dirty="0" err="1">
                <a:solidFill>
                  <a:schemeClr val="tx1"/>
                </a:solidFill>
                <a:effectLst/>
                <a:latin typeface="Times New Roman" panose="02020603050405020304" pitchFamily="18" charset="0"/>
                <a:ea typeface="Times New Roman" panose="02020603050405020304" pitchFamily="18" charset="0"/>
              </a:rPr>
              <a:t>Yixuan</a:t>
            </a:r>
            <a:r>
              <a:rPr lang="en-US" sz="1800" dirty="0">
                <a:solidFill>
                  <a:schemeClr val="tx1"/>
                </a:solidFill>
                <a:effectLst/>
                <a:latin typeface="Times New Roman" panose="02020603050405020304" pitchFamily="18" charset="0"/>
                <a:ea typeface="Times New Roman" panose="02020603050405020304" pitchFamily="18" charset="0"/>
              </a:rPr>
              <a:t> </a:t>
            </a:r>
            <a:r>
              <a:rPr lang="en-US" sz="1800" dirty="0" err="1">
                <a:solidFill>
                  <a:schemeClr val="tx1"/>
                </a:solidFill>
                <a:effectLst/>
                <a:latin typeface="Times New Roman" panose="02020603050405020304" pitchFamily="18" charset="0"/>
                <a:ea typeface="Times New Roman" panose="02020603050405020304" pitchFamily="18" charset="0"/>
              </a:rPr>
              <a:t>Qiu</a:t>
            </a:r>
            <a:r>
              <a:rPr lang="en-US" sz="1800" dirty="0">
                <a:solidFill>
                  <a:schemeClr val="tx1"/>
                </a:solidFill>
                <a:effectLst/>
                <a:latin typeface="Times New Roman" panose="02020603050405020304" pitchFamily="18" charset="0"/>
                <a:ea typeface="Times New Roman" panose="02020603050405020304" pitchFamily="18" charset="0"/>
              </a:rPr>
              <a:t> (2017), </a:t>
            </a:r>
            <a:r>
              <a:rPr lang="en-US" sz="1800" u="sng" dirty="0" err="1">
                <a:solidFill>
                  <a:srgbClr val="FEFFFA"/>
                </a:solidFill>
                <a:effectLst/>
                <a:latin typeface="Times New Roman" panose="02020603050405020304" pitchFamily="18" charset="0"/>
                <a:ea typeface="Times New Roman" panose="02020603050405020304" pitchFamily="18" charset="0"/>
                <a:hlinkClick r:id="rId3">
                  <a:extLst>
                    <a:ext uri="{A12FA001-AC4F-418D-AE19-62706E023703}">
                      <ahyp:hlinkClr xmlns:ahyp="http://schemas.microsoft.com/office/drawing/2018/hyperlinkcolor" val="tx"/>
                    </a:ext>
                  </a:extLst>
                </a:hlinkClick>
              </a:rPr>
              <a:t>recosystem</a:t>
            </a:r>
            <a:r>
              <a:rPr lang="en-US" sz="1800" u="sng" dirty="0">
                <a:solidFill>
                  <a:schemeClr val="tx1"/>
                </a:solidFill>
                <a:effectLst/>
                <a:latin typeface="Times New Roman" panose="02020603050405020304" pitchFamily="18" charset="0"/>
                <a:ea typeface="Times New Roman" panose="02020603050405020304" pitchFamily="18" charset="0"/>
                <a:hlinkClick r:id="rId3">
                  <a:extLst>
                    <a:ext uri="{A12FA001-AC4F-418D-AE19-62706E023703}">
                      <ahyp:hlinkClr xmlns:ahyp="http://schemas.microsoft.com/office/drawing/2018/hyperlinkcolor" val="tx"/>
                    </a:ext>
                  </a:extLst>
                </a:hlinkClick>
              </a:rPr>
              <a:t>: recommendation System Using Parallel Matrix Factorization</a:t>
            </a:r>
            <a:endParaRPr lang="en-IN" sz="1800" dirty="0">
              <a:solidFill>
                <a:schemeClr val="tx1"/>
              </a:solidFill>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r>
              <a:rPr lang="en-US" sz="1800" dirty="0">
                <a:solidFill>
                  <a:schemeClr val="tx1"/>
                </a:solidFill>
                <a:effectLst/>
                <a:latin typeface="Times New Roman" panose="02020603050405020304" pitchFamily="18" charset="0"/>
                <a:ea typeface="Times New Roman" panose="02020603050405020304" pitchFamily="18" charset="0"/>
              </a:rPr>
              <a:t>Michael </a:t>
            </a:r>
            <a:r>
              <a:rPr lang="en-US" sz="1800" dirty="0" err="1">
                <a:solidFill>
                  <a:schemeClr val="tx1"/>
                </a:solidFill>
                <a:effectLst/>
                <a:latin typeface="Times New Roman" panose="02020603050405020304" pitchFamily="18" charset="0"/>
                <a:ea typeface="Times New Roman" panose="02020603050405020304" pitchFamily="18" charset="0"/>
              </a:rPr>
              <a:t>Hahsler</a:t>
            </a:r>
            <a:r>
              <a:rPr lang="en-US" sz="1800" dirty="0">
                <a:solidFill>
                  <a:schemeClr val="tx1"/>
                </a:solidFill>
                <a:effectLst/>
                <a:latin typeface="Times New Roman" panose="02020603050405020304" pitchFamily="18" charset="0"/>
                <a:ea typeface="Times New Roman" panose="02020603050405020304" pitchFamily="18" charset="0"/>
              </a:rPr>
              <a:t> (2019), </a:t>
            </a:r>
            <a:r>
              <a:rPr lang="en-US" sz="1800" u="sng" dirty="0" err="1">
                <a:solidFill>
                  <a:srgbClr val="FEFFFA"/>
                </a:solidFill>
                <a:effectLst/>
                <a:latin typeface="Times New Roman" panose="02020603050405020304" pitchFamily="18" charset="0"/>
                <a:ea typeface="Times New Roman" panose="02020603050405020304" pitchFamily="18" charset="0"/>
                <a:hlinkClick r:id="rId4">
                  <a:extLst>
                    <a:ext uri="{A12FA001-AC4F-418D-AE19-62706E023703}">
                      <ahyp:hlinkClr xmlns:ahyp="http://schemas.microsoft.com/office/drawing/2018/hyperlinkcolor" val="tx"/>
                    </a:ext>
                  </a:extLst>
                </a:hlinkClick>
              </a:rPr>
              <a:t>recommendationlab</a:t>
            </a:r>
            <a:r>
              <a:rPr lang="en-US" sz="1800" u="sng" dirty="0">
                <a:solidFill>
                  <a:schemeClr val="tx1"/>
                </a:solidFill>
                <a:effectLst/>
                <a:latin typeface="Times New Roman" panose="02020603050405020304" pitchFamily="18" charset="0"/>
                <a:ea typeface="Times New Roman" panose="02020603050405020304" pitchFamily="18" charset="0"/>
                <a:hlinkClick r:id="rId4">
                  <a:extLst>
                    <a:ext uri="{A12FA001-AC4F-418D-AE19-62706E023703}">
                      <ahyp:hlinkClr xmlns:ahyp="http://schemas.microsoft.com/office/drawing/2018/hyperlinkcolor" val="tx"/>
                    </a:ext>
                  </a:extLst>
                </a:hlinkClick>
              </a:rPr>
              <a:t>: Lab for Developing and Testing recommendation Algorithms. R package version 0.2-5.</a:t>
            </a:r>
            <a:endParaRPr lang="en-IN" sz="1800" dirty="0">
              <a:solidFill>
                <a:schemeClr val="tx1"/>
              </a:solidFill>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r>
              <a:rPr lang="en-US" sz="1800" dirty="0">
                <a:solidFill>
                  <a:schemeClr val="tx1"/>
                </a:solidFill>
                <a:effectLst/>
                <a:latin typeface="Times New Roman" panose="02020603050405020304" pitchFamily="18" charset="0"/>
                <a:ea typeface="Times New Roman" panose="02020603050405020304" pitchFamily="18" charset="0"/>
              </a:rPr>
              <a:t>Georgios </a:t>
            </a:r>
            <a:r>
              <a:rPr lang="en-US" sz="1800" dirty="0" err="1">
                <a:solidFill>
                  <a:schemeClr val="tx1"/>
                </a:solidFill>
                <a:effectLst/>
                <a:latin typeface="Times New Roman" panose="02020603050405020304" pitchFamily="18" charset="0"/>
                <a:ea typeface="Times New Roman" panose="02020603050405020304" pitchFamily="18" charset="0"/>
              </a:rPr>
              <a:t>Drakos</a:t>
            </a:r>
            <a:r>
              <a:rPr lang="en-US" sz="1800" dirty="0">
                <a:solidFill>
                  <a:schemeClr val="tx1"/>
                </a:solidFill>
                <a:effectLst/>
                <a:latin typeface="Times New Roman" panose="02020603050405020304" pitchFamily="18" charset="0"/>
                <a:ea typeface="Times New Roman" panose="02020603050405020304" pitchFamily="18" charset="0"/>
              </a:rPr>
              <a:t>, </a:t>
            </a:r>
            <a:r>
              <a:rPr lang="en-US" sz="1800" u="sng" dirty="0">
                <a:solidFill>
                  <a:schemeClr val="tx1"/>
                </a:solidFill>
                <a:effectLst/>
                <a:latin typeface="Times New Roman" panose="02020603050405020304" pitchFamily="18" charset="0"/>
                <a:ea typeface="Times New Roman" panose="02020603050405020304" pitchFamily="18" charset="0"/>
                <a:hlinkClick r:id="rId5">
                  <a:extLst>
                    <a:ext uri="{A12FA001-AC4F-418D-AE19-62706E023703}">
                      <ahyp:hlinkClr xmlns:ahyp="http://schemas.microsoft.com/office/drawing/2018/hyperlinkcolor" val="tx"/>
                    </a:ext>
                  </a:extLst>
                </a:hlinkClick>
              </a:rPr>
              <a:t>How to select the Right Evaluation Metric for Machine Learning Models: Part 1 Regression Metrics</a:t>
            </a:r>
            <a:endParaRPr lang="en-US" sz="1800" u="sng" dirty="0">
              <a:solidFill>
                <a:schemeClr val="tx1"/>
              </a:solidFill>
              <a:effectLst/>
              <a:latin typeface="Times New Roman" panose="02020603050405020304" pitchFamily="18" charset="0"/>
              <a:ea typeface="Times New Roman" panose="02020603050405020304" pitchFamily="18" charset="0"/>
            </a:endParaRPr>
          </a:p>
          <a:p>
            <a:pPr marL="342900" indent="-342900">
              <a:buFont typeface="+mj-lt"/>
              <a:buAutoNum type="arabicPeriod"/>
              <a:tabLst>
                <a:tab pos="457200" algn="l"/>
              </a:tabLst>
            </a:pPr>
            <a:r>
              <a:rPr lang="en-IN" sz="1800" dirty="0">
                <a:solidFill>
                  <a:schemeClr val="tx1"/>
                </a:solidFill>
                <a:effectLst/>
                <a:latin typeface="Times New Roman" panose="02020603050405020304" pitchFamily="18" charset="0"/>
                <a:ea typeface="Times New Roman" panose="02020603050405020304" pitchFamily="18" charset="0"/>
              </a:rPr>
              <a:t>A Matrix-factorization Library for Recommender Systems - </a:t>
            </a:r>
            <a:r>
              <a:rPr lang="en-IN" sz="1800" u="sng" dirty="0">
                <a:solidFill>
                  <a:srgbClr val="FEFFFA"/>
                </a:solidFill>
                <a:effectLst/>
                <a:latin typeface="Times New Roman" panose="02020603050405020304" pitchFamily="18" charset="0"/>
                <a:ea typeface="Times New Roman" panose="02020603050405020304" pitchFamily="18" charset="0"/>
                <a:hlinkClick r:id="rId6">
                  <a:extLst>
                    <a:ext uri="{A12FA001-AC4F-418D-AE19-62706E023703}">
                      <ahyp:hlinkClr xmlns:ahyp="http://schemas.microsoft.com/office/drawing/2018/hyperlinkcolor" val="tx"/>
                    </a:ext>
                  </a:extLst>
                </a:hlinkClick>
              </a:rPr>
              <a:t>https://www.csie.ntu.edu.tw/~</a:t>
            </a:r>
            <a:r>
              <a:rPr lang="en-IN" sz="1800" u="sng" dirty="0" err="1">
                <a:solidFill>
                  <a:srgbClr val="FEFFFA"/>
                </a:solidFill>
                <a:effectLst/>
                <a:latin typeface="Times New Roman" panose="02020603050405020304" pitchFamily="18" charset="0"/>
                <a:ea typeface="Times New Roman" panose="02020603050405020304" pitchFamily="18" charset="0"/>
                <a:hlinkClick r:id="rId6">
                  <a:extLst>
                    <a:ext uri="{A12FA001-AC4F-418D-AE19-62706E023703}">
                      <ahyp:hlinkClr xmlns:ahyp="http://schemas.microsoft.com/office/drawing/2018/hyperlinkcolor" val="tx"/>
                    </a:ext>
                  </a:extLst>
                </a:hlinkClick>
              </a:rPr>
              <a:t>cjlin</a:t>
            </a:r>
            <a:r>
              <a:rPr lang="en-IN" sz="1800" u="sng" dirty="0">
                <a:solidFill>
                  <a:srgbClr val="FEFFFA"/>
                </a:solidFill>
                <a:effectLst/>
                <a:latin typeface="Times New Roman" panose="02020603050405020304" pitchFamily="18" charset="0"/>
                <a:ea typeface="Times New Roman" panose="02020603050405020304" pitchFamily="18" charset="0"/>
                <a:hlinkClick r:id="rId6">
                  <a:extLst>
                    <a:ext uri="{A12FA001-AC4F-418D-AE19-62706E023703}">
                      <ahyp:hlinkClr xmlns:ahyp="http://schemas.microsoft.com/office/drawing/2018/hyperlinkcolor" val="tx"/>
                    </a:ext>
                  </a:extLst>
                </a:hlinkClick>
              </a:rPr>
              <a:t>/</a:t>
            </a:r>
            <a:r>
              <a:rPr lang="en-IN" sz="1800" u="sng" dirty="0" err="1">
                <a:solidFill>
                  <a:srgbClr val="FEFFFA"/>
                </a:solidFill>
                <a:effectLst/>
                <a:latin typeface="Times New Roman" panose="02020603050405020304" pitchFamily="18" charset="0"/>
                <a:ea typeface="Times New Roman" panose="02020603050405020304" pitchFamily="18" charset="0"/>
                <a:hlinkClick r:id="rId6">
                  <a:extLst>
                    <a:ext uri="{A12FA001-AC4F-418D-AE19-62706E023703}">
                      <ahyp:hlinkClr xmlns:ahyp="http://schemas.microsoft.com/office/drawing/2018/hyperlinkcolor" val="tx"/>
                    </a:ext>
                  </a:extLst>
                </a:hlinkClick>
              </a:rPr>
              <a:t>libmf</a:t>
            </a:r>
            <a:r>
              <a:rPr lang="en-IN" sz="1800" u="sng" dirty="0">
                <a:solidFill>
                  <a:schemeClr val="tx1"/>
                </a:solidFill>
                <a:effectLst/>
                <a:latin typeface="Times New Roman" panose="02020603050405020304" pitchFamily="18" charset="0"/>
                <a:ea typeface="Times New Roman" panose="02020603050405020304" pitchFamily="18" charset="0"/>
                <a:hlinkClick r:id="rId6">
                  <a:extLst>
                    <a:ext uri="{A12FA001-AC4F-418D-AE19-62706E023703}">
                      <ahyp:hlinkClr xmlns:ahyp="http://schemas.microsoft.com/office/drawing/2018/hyperlinkcolor" val="tx"/>
                    </a:ext>
                  </a:extLst>
                </a:hlinkClick>
              </a:rPr>
              <a:t>/</a:t>
            </a:r>
            <a:r>
              <a:rPr lang="en-IN" sz="1800" u="sng" dirty="0">
                <a:solidFill>
                  <a:schemeClr val="tx1"/>
                </a:solidFill>
                <a:effectLst/>
                <a:latin typeface="Cambria Math" panose="02040503050406030204" pitchFamily="18" charset="0"/>
                <a:ea typeface="Times New Roman" panose="02020603050405020304" pitchFamily="18" charset="0"/>
                <a:cs typeface="Cambria Math" panose="02040503050406030204" pitchFamily="18" charset="0"/>
                <a:hlinkClick r:id="rId7">
                  <a:extLst>
                    <a:ext uri="{A12FA001-AC4F-418D-AE19-62706E023703}">
                      <ahyp:hlinkClr xmlns:ahyp="http://schemas.microsoft.com/office/drawing/2018/hyperlinkcolor" val="tx"/>
                    </a:ext>
                  </a:extLst>
                </a:hlinkClick>
              </a:rPr>
              <a:t>↩</a:t>
            </a:r>
            <a:endParaRPr lang="en-IN" sz="1800" dirty="0">
              <a:solidFill>
                <a:schemeClr val="tx1"/>
              </a:solidFill>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endParaRPr lang="en-IN" sz="1800" dirty="0">
              <a:solidFill>
                <a:schemeClr val="tx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8078281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A126-AC23-DF6F-CA48-87D029DD3E97}"/>
              </a:ext>
            </a:extLst>
          </p:cNvPr>
          <p:cNvSpPr>
            <a:spLocks noGrp="1"/>
          </p:cNvSpPr>
          <p:nvPr>
            <p:ph type="title"/>
          </p:nvPr>
        </p:nvSpPr>
        <p:spPr/>
        <p:txBody>
          <a:bodyPr/>
          <a:lstStyle/>
          <a:p>
            <a:r>
              <a:rPr lang="en-IN" dirty="0">
                <a:highlight>
                  <a:srgbClr val="008080"/>
                </a:highlight>
              </a:rPr>
              <a:t>CONCLUSION</a:t>
            </a:r>
          </a:p>
        </p:txBody>
      </p:sp>
      <p:sp>
        <p:nvSpPr>
          <p:cNvPr id="3" name="TextBox 2">
            <a:extLst>
              <a:ext uri="{FF2B5EF4-FFF2-40B4-BE49-F238E27FC236}">
                <a16:creationId xmlns:a16="http://schemas.microsoft.com/office/drawing/2014/main" id="{09CB0D99-ED0F-74D0-596E-B9072335F7F8}"/>
              </a:ext>
            </a:extLst>
          </p:cNvPr>
          <p:cNvSpPr txBox="1"/>
          <p:nvPr/>
        </p:nvSpPr>
        <p:spPr>
          <a:xfrm>
            <a:off x="714950" y="1175200"/>
            <a:ext cx="8270554" cy="3489353"/>
          </a:xfrm>
          <a:prstGeom prst="rect">
            <a:avLst/>
          </a:prstGeom>
          <a:noFill/>
        </p:spPr>
        <p:txBody>
          <a:bodyPr wrap="square" rtlCol="0">
            <a:spAutoFit/>
          </a:bodyPr>
          <a:lstStyle/>
          <a:p>
            <a:pPr marL="63500" marR="865505" algn="just">
              <a:lnSpc>
                <a:spcPct val="115000"/>
              </a:lnSpc>
              <a:spcBef>
                <a:spcPts val="400"/>
              </a:spcBef>
              <a:spcAft>
                <a:spcPts val="0"/>
              </a:spcAft>
            </a:pPr>
            <a:r>
              <a:rPr lang="en-US" dirty="0">
                <a:solidFill>
                  <a:schemeClr val="tx1"/>
                </a:solidFill>
                <a:effectLst/>
                <a:latin typeface="Times New Roman" panose="02020603050405020304" pitchFamily="18" charset="0"/>
                <a:ea typeface="Times New Roman" panose="02020603050405020304" pitchFamily="18" charset="0"/>
              </a:rPr>
              <a:t>From the Visualization we gained a lot of Inferences. Like how each platform values movies</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more than tv shows. We also found that Amazon and Netflix has the biggest content library</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with Disney &amp; Hulu slowly building their catalogues. We also saw how US is the biggest</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producer of OTT Content with India coming at a close Second. We also inferred how the</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growth</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of</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OTT</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Content</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libraries</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has</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been</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meteoric</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in</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recent</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years,</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almost</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growing</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exponentially. We also saw the rating distribution between the OTTs and how they favor</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older</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teens/Adult</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markets</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as their main customer</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segment.</a:t>
            </a:r>
            <a:endParaRPr lang="en-IN" dirty="0">
              <a:solidFill>
                <a:schemeClr val="tx1"/>
              </a:solidFill>
              <a:effectLst/>
              <a:latin typeface="Times New Roman" panose="02020603050405020304" pitchFamily="18" charset="0"/>
              <a:ea typeface="Times New Roman" panose="02020603050405020304" pitchFamily="18" charset="0"/>
            </a:endParaRPr>
          </a:p>
          <a:p>
            <a:pPr>
              <a:spcBef>
                <a:spcPts val="45"/>
              </a:spcBef>
            </a:pPr>
            <a:r>
              <a:rPr lang="en-US" dirty="0">
                <a:solidFill>
                  <a:schemeClr val="tx1"/>
                </a:solidFill>
                <a:effectLst/>
                <a:latin typeface="Times New Roman" panose="02020603050405020304" pitchFamily="18" charset="0"/>
                <a:ea typeface="Times New Roman" panose="02020603050405020304" pitchFamily="18" charset="0"/>
              </a:rPr>
              <a:t> </a:t>
            </a:r>
            <a:endParaRPr lang="en-IN" dirty="0">
              <a:solidFill>
                <a:schemeClr val="tx1"/>
              </a:solidFill>
              <a:effectLst/>
              <a:latin typeface="Times New Roman" panose="02020603050405020304" pitchFamily="18" charset="0"/>
              <a:ea typeface="Times New Roman" panose="02020603050405020304" pitchFamily="18" charset="0"/>
            </a:endParaRPr>
          </a:p>
          <a:p>
            <a:pPr marL="63500" marR="867410" algn="just">
              <a:lnSpc>
                <a:spcPct val="115000"/>
              </a:lnSpc>
              <a:spcAft>
                <a:spcPts val="0"/>
              </a:spcAft>
            </a:pPr>
            <a:r>
              <a:rPr lang="en-US" dirty="0">
                <a:solidFill>
                  <a:schemeClr val="tx1"/>
                </a:solidFill>
                <a:effectLst/>
                <a:latin typeface="Times New Roman" panose="02020603050405020304" pitchFamily="18" charset="0"/>
                <a:ea typeface="Times New Roman" panose="02020603050405020304" pitchFamily="18" charset="0"/>
              </a:rPr>
              <a:t>Finally, we created and tested the recommendation engine. We can see how such engines use</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clustering to reduce runtime dramatically while producing high quality results. This also</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highlights</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the</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importance</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of</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clustering</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data</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in</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large</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corporate</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environments</a:t>
            </a:r>
            <a:r>
              <a:rPr lang="en-US" spc="30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like</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multinational</a:t>
            </a:r>
            <a:r>
              <a:rPr lang="en-US" spc="-1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OTT</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providers.</a:t>
            </a:r>
            <a:endParaRPr lang="en-IN" dirty="0">
              <a:solidFill>
                <a:schemeClr val="tx1"/>
              </a:solidFill>
              <a:effectLst/>
              <a:latin typeface="Times New Roman" panose="02020603050405020304" pitchFamily="18" charset="0"/>
              <a:ea typeface="Times New Roman" panose="02020603050405020304" pitchFamily="18" charset="0"/>
            </a:endParaRPr>
          </a:p>
          <a:p>
            <a:pPr>
              <a:spcBef>
                <a:spcPts val="55"/>
              </a:spcBef>
            </a:pPr>
            <a:r>
              <a:rPr lang="en-US" dirty="0">
                <a:solidFill>
                  <a:schemeClr val="tx1"/>
                </a:solidFill>
                <a:effectLst/>
                <a:latin typeface="Times New Roman" panose="02020603050405020304" pitchFamily="18" charset="0"/>
                <a:ea typeface="Times New Roman" panose="02020603050405020304" pitchFamily="18" charset="0"/>
              </a:rPr>
              <a:t> </a:t>
            </a:r>
            <a:endParaRPr lang="en-IN" dirty="0">
              <a:solidFill>
                <a:schemeClr val="tx1"/>
              </a:solidFill>
              <a:effectLst/>
              <a:latin typeface="Times New Roman" panose="02020603050405020304" pitchFamily="18" charset="0"/>
              <a:ea typeface="Times New Roman" panose="02020603050405020304" pitchFamily="18" charset="0"/>
            </a:endParaRPr>
          </a:p>
          <a:p>
            <a:pPr marL="63500" marR="862330" algn="just">
              <a:lnSpc>
                <a:spcPct val="115000"/>
              </a:lnSpc>
              <a:spcAft>
                <a:spcPts val="0"/>
              </a:spcAft>
            </a:pPr>
            <a:r>
              <a:rPr lang="en-US" dirty="0">
                <a:solidFill>
                  <a:schemeClr val="tx1"/>
                </a:solidFill>
                <a:effectLst/>
                <a:latin typeface="Times New Roman" panose="02020603050405020304" pitchFamily="18" charset="0"/>
                <a:ea typeface="Times New Roman" panose="02020603050405020304" pitchFamily="18" charset="0"/>
              </a:rPr>
              <a:t>This proves that clustering isn’t just a mere visualization tool but also a very important</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machine</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learning</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implementation</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that</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reduces</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runtimes</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in</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such</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demanding</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workloads</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drastically.</a:t>
            </a:r>
            <a:endParaRPr lang="en-IN" dirty="0">
              <a:solidFill>
                <a:schemeClr val="tx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046367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2AB86-AE68-4CBD-9D65-92942A411417}"/>
              </a:ext>
            </a:extLst>
          </p:cNvPr>
          <p:cNvSpPr>
            <a:spLocks noGrp="1"/>
          </p:cNvSpPr>
          <p:nvPr>
            <p:ph type="title"/>
          </p:nvPr>
        </p:nvSpPr>
        <p:spPr>
          <a:xfrm>
            <a:off x="3108960" y="2011680"/>
            <a:ext cx="5320090" cy="1584960"/>
          </a:xfrm>
        </p:spPr>
        <p:txBody>
          <a:bodyPr/>
          <a:lstStyle/>
          <a:p>
            <a:pPr algn="just"/>
            <a:r>
              <a:rPr lang="en-IN" sz="4800" b="1" dirty="0">
                <a:solidFill>
                  <a:schemeClr val="accent2"/>
                </a:solidFill>
                <a:highlight>
                  <a:srgbClr val="008080"/>
                </a:highlight>
              </a:rPr>
              <a:t>THANK YOU !</a:t>
            </a:r>
          </a:p>
        </p:txBody>
      </p:sp>
    </p:spTree>
    <p:extLst>
      <p:ext uri="{BB962C8B-B14F-4D97-AF65-F5344CB8AC3E}">
        <p14:creationId xmlns:p14="http://schemas.microsoft.com/office/powerpoint/2010/main" val="1365802666"/>
      </p:ext>
    </p:extLst>
  </p:cSld>
  <p:clrMapOvr>
    <a:masterClrMapping/>
  </p:clrMapOvr>
</p:sld>
</file>

<file path=ppt/theme/theme1.xml><?xml version="1.0" encoding="utf-8"?>
<a:theme xmlns:a="http://schemas.openxmlformats.org/drawingml/2006/main" name="Units Of Measurement by Slidesgo">
  <a:themeElements>
    <a:clrScheme name="Simple Light">
      <a:dk1>
        <a:srgbClr val="FEFFFA"/>
      </a:dk1>
      <a:lt1>
        <a:srgbClr val="EA645F"/>
      </a:lt1>
      <a:dk2>
        <a:srgbClr val="EFD14C"/>
      </a:dk2>
      <a:lt2>
        <a:srgbClr val="F8C207"/>
      </a:lt2>
      <a:accent1>
        <a:srgbClr val="4EBACE"/>
      </a:accent1>
      <a:accent2>
        <a:srgbClr val="162F4F"/>
      </a:accent2>
      <a:accent3>
        <a:srgbClr val="4A4AF2"/>
      </a:accent3>
      <a:accent4>
        <a:srgbClr val="FFFFFF"/>
      </a:accent4>
      <a:accent5>
        <a:srgbClr val="FFFFFF"/>
      </a:accent5>
      <a:accent6>
        <a:srgbClr val="FFFFFF"/>
      </a:accent6>
      <a:hlink>
        <a:srgbClr val="FEFFF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TotalTime>
  <Words>1907</Words>
  <Application>Microsoft Office PowerPoint</Application>
  <PresentationFormat>On-screen Show (16:9)</PresentationFormat>
  <Paragraphs>209</Paragraphs>
  <Slides>30</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Times New Roman</vt:lpstr>
      <vt:lpstr>charter</vt:lpstr>
      <vt:lpstr>Arial</vt:lpstr>
      <vt:lpstr>Bebas Neue</vt:lpstr>
      <vt:lpstr>Space Mono</vt:lpstr>
      <vt:lpstr>Antonio</vt:lpstr>
      <vt:lpstr>Cambria Math</vt:lpstr>
      <vt:lpstr>Units Of Measurement by Slidesgo</vt:lpstr>
      <vt:lpstr>WHAT OUR PROJECT CLAIMS?</vt:lpstr>
      <vt:lpstr>PERCENTAGE OF COMPLETION:-</vt:lpstr>
      <vt:lpstr>INTRODUCTION</vt:lpstr>
      <vt:lpstr>ABOUT THE DATASET</vt:lpstr>
      <vt:lpstr>DESIGN AND FLOW OF MODEL</vt:lpstr>
      <vt:lpstr>Matrix factorization is a class of collaborative filtering algorithms used in recommender systems. This family of methods became widely known during the Netflix prize challenge due to how effective it was. Matrix factorization algorithms work by decomposing the user-movie interaction matrix into the product of two lower dimensionality rectangular matrices, say U and M. The decomposition is done in such a way that the product results in almost similar values to the user-movie interaction matrix. Here, U represents the user matrix, M represents the movie matrix, n is the number of users, and m is the number of movies. </vt:lpstr>
      <vt:lpstr>MODULES </vt:lpstr>
      <vt:lpstr>MODULES </vt:lpstr>
      <vt:lpstr>Recommendation Engine  </vt:lpstr>
      <vt:lpstr>PERFORMANCE METRICS</vt:lpstr>
      <vt:lpstr>PERFORMANCE METRICS</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REFERENCES</vt:lpstr>
      <vt:lpstr>CONCLUSION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 OF data analysis      REVIEW -2</dc:title>
  <dc:creator>Akash</dc:creator>
  <cp:lastModifiedBy>Vipul Goel</cp:lastModifiedBy>
  <cp:revision>9</cp:revision>
  <dcterms:modified xsi:type="dcterms:W3CDTF">2025-12-05T21:59:57Z</dcterms:modified>
</cp:coreProperties>
</file>